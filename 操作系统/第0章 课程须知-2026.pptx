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341" r:id="rId5"/>
    <p:sldId id="426" r:id="rId6"/>
    <p:sldId id="427" r:id="rId7"/>
    <p:sldId id="428" r:id="rId8"/>
    <p:sldId id="421" r:id="rId9"/>
    <p:sldId id="425" r:id="rId10"/>
    <p:sldId id="263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  <p:embeddedFont>
      <p:font typeface="汉仪晓波折纸体简" panose="00020600040101010101" charset="-122"/>
      <p:regular r:id="rId19"/>
    </p:embeddedFont>
    <p:embeddedFont>
      <p:font typeface="汉仪铸字美心体简" panose="00020600040101010101" charset="-122"/>
      <p:regular r:id="rId20"/>
    </p:embeddedFont>
    <p:embeddedFont>
      <p:font typeface="方正大黑简体" panose="02000000000000000000" charset="-122"/>
      <p:regular r:id="rId21"/>
    </p:embeddedFont>
    <p:embeddedFont>
      <p:font typeface="方正粗黑宋简体" panose="02000000000000000000" charset="-122"/>
      <p:regular r:id="rId22"/>
    </p:embeddedFont>
    <p:embeddedFont>
      <p:font typeface="Calibri" panose="020F0502020204030204"/>
      <p:regular r:id="rId23"/>
      <p:bold r:id="rId24"/>
      <p:italic r:id="rId25"/>
      <p:boldItalic r:id="rId26"/>
    </p:embeddedFont>
    <p:embeddedFont>
      <p:font typeface="方正姚体" panose="02010601030101010101" pitchFamily="2" charset="-122"/>
      <p:regular r:id="rId27"/>
    </p:embeddedFont>
    <p:embeddedFont>
      <p:font typeface="华文仿宋" panose="02010600040101010101" pitchFamily="2" charset="-122"/>
      <p:regular r:id="rId28"/>
    </p:embeddedFont>
    <p:embeddedFont>
      <p:font typeface="等线" panose="02010600030101010101" charset="-122"/>
      <p:regular r:id="rId29"/>
      <p:bold r:id="rId30"/>
    </p:embeddedFont>
    <p:embeddedFont>
      <p:font typeface="等线 Light" panose="02010600030101010101" charset="-122"/>
      <p:regular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  <p:cmAuthor id="2" name="李 华萍" initials="李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00"/>
    <a:srgbClr val="B5CDAD"/>
    <a:srgbClr val="39BEB5"/>
    <a:srgbClr val="E9F6F8"/>
    <a:srgbClr val="004C9E"/>
    <a:srgbClr val="FFFDE7"/>
    <a:srgbClr val="5B9BD5"/>
    <a:srgbClr val="E6E6E6"/>
    <a:srgbClr val="D3BA6B"/>
    <a:srgbClr val="F9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22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1.xml"/><Relationship Id="rId31" Type="http://schemas.openxmlformats.org/officeDocument/2006/relationships/font" Target="fonts/font16.fntdata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2540" y="-22860"/>
            <a:ext cx="12192000" cy="6858000"/>
            <a:chOff x="0" y="0"/>
            <a:chExt cx="12192000" cy="6858000"/>
          </a:xfrm>
        </p:grpSpPr>
        <p:sp>
          <p:nvSpPr>
            <p:cNvPr id="8" name="直角三角形 7"/>
            <p:cNvSpPr/>
            <p:nvPr userDrawn="1"/>
          </p:nvSpPr>
          <p:spPr>
            <a:xfrm>
              <a:off x="0" y="3165895"/>
              <a:ext cx="3692105" cy="3692105"/>
            </a:xfrm>
            <a:prstGeom prst="rt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4B9D"/>
                </a:solidFill>
              </a:endParaRPr>
            </a:p>
          </p:txBody>
        </p:sp>
        <p:sp>
          <p:nvSpPr>
            <p:cNvPr id="9" name="直角三角形 8"/>
            <p:cNvSpPr/>
            <p:nvPr userDrawn="1"/>
          </p:nvSpPr>
          <p:spPr>
            <a:xfrm rot="10800000">
              <a:off x="8499895" y="0"/>
              <a:ext cx="3692105" cy="3692105"/>
            </a:xfrm>
            <a:prstGeom prst="rtTriangle">
              <a:avLst/>
            </a:prstGeom>
            <a:solidFill>
              <a:srgbClr val="004B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90484" y="441960"/>
              <a:ext cx="11211033" cy="6019801"/>
              <a:chOff x="490484" y="441960"/>
              <a:chExt cx="11211033" cy="6019801"/>
            </a:xfrm>
          </p:grpSpPr>
          <p:pic>
            <p:nvPicPr>
              <p:cNvPr id="11" name="图片 10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15" t="4277" r="530" b="14319"/>
              <a:stretch>
                <a:fillRect/>
              </a:stretch>
            </p:blipFill>
            <p:spPr>
              <a:xfrm>
                <a:off x="490484" y="441960"/>
                <a:ext cx="11211033" cy="6019801"/>
              </a:xfrm>
              <a:prstGeom prst="rect">
                <a:avLst/>
              </a:prstGeom>
              <a:effectLst>
                <a:outerShdw blurRad="355600" dist="139700" dir="2700000" algn="tl" rotWithShape="0">
                  <a:prstClr val="black">
                    <a:alpha val="61000"/>
                  </a:prstClr>
                </a:outerShdw>
              </a:effectLst>
            </p:spPr>
          </p:pic>
          <p:sp>
            <p:nvSpPr>
              <p:cNvPr id="12" name="矩形 11"/>
              <p:cNvSpPr/>
              <p:nvPr/>
            </p:nvSpPr>
            <p:spPr>
              <a:xfrm>
                <a:off x="490484" y="441960"/>
                <a:ext cx="11211032" cy="6019801"/>
              </a:xfrm>
              <a:prstGeom prst="rect">
                <a:avLst/>
              </a:prstGeom>
              <a:solidFill>
                <a:srgbClr val="FFFEF7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3" name="矩形 12"/>
          <p:cNvSpPr/>
          <p:nvPr userDrawn="1"/>
        </p:nvSpPr>
        <p:spPr>
          <a:xfrm>
            <a:off x="492760" y="429260"/>
            <a:ext cx="11211560" cy="60051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图片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0060" y="424815"/>
            <a:ext cx="512445" cy="512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段文字版式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/>
        </p:nvSpPr>
        <p:spPr>
          <a:xfrm>
            <a:off x="3" y="243694"/>
            <a:ext cx="12191999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UpDiag">
            <a:fgClr>
              <a:srgbClr val="00449A"/>
            </a:fgClr>
            <a:bgClr>
              <a:srgbClr val="003A8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350" dirty="0">
              <a:solidFill>
                <a:srgbClr val="0064B8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3029" y="435940"/>
            <a:ext cx="257171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60401" y="315258"/>
            <a:ext cx="7601971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75" b="1" spc="169">
                <a:solidFill>
                  <a:schemeClr val="bg1"/>
                </a:solidFill>
                <a:latin typeface="+mj-ea"/>
                <a:ea typeface="+mj-ea"/>
              </a:defRPr>
            </a:lvl1pPr>
            <a:lvl2pPr marL="257175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514350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771525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028700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4" name="矩形 13"/>
          <p:cNvSpPr/>
          <p:nvPr userDrawn="1"/>
        </p:nvSpPr>
        <p:spPr>
          <a:xfrm>
            <a:off x="5133733" y="6405430"/>
            <a:ext cx="1906169" cy="22987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CN" sz="900" b="1" spc="169" dirty="0">
                <a:solidFill>
                  <a:schemeClr val="tx2"/>
                </a:solidFill>
                <a:latin typeface="+mj-ea"/>
                <a:ea typeface="+mj-ea"/>
              </a:rPr>
              <a:t>《</a:t>
            </a:r>
            <a:r>
              <a:rPr lang="zh-CN" altLang="en-US" sz="900" b="1" spc="169" dirty="0">
                <a:solidFill>
                  <a:schemeClr val="tx2"/>
                </a:solidFill>
                <a:latin typeface="+mj-ea"/>
                <a:ea typeface="+mj-ea"/>
              </a:rPr>
              <a:t>操作系统</a:t>
            </a:r>
            <a:r>
              <a:rPr lang="en-US" altLang="zh-CN" sz="900" b="1" spc="169" dirty="0">
                <a:solidFill>
                  <a:schemeClr val="tx2"/>
                </a:solidFill>
                <a:latin typeface="+mj-ea"/>
                <a:ea typeface="+mj-ea"/>
              </a:rPr>
              <a:t>》</a:t>
            </a:r>
            <a:endParaRPr lang="zh-CN" altLang="en-US" sz="900" b="1" spc="169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666751" y="6520363"/>
            <a:ext cx="10858500" cy="0"/>
            <a:chOff x="666750" y="6520363"/>
            <a:chExt cx="10858500" cy="0"/>
          </a:xfrm>
        </p:grpSpPr>
        <p:cxnSp>
          <p:nvCxnSpPr>
            <p:cNvPr id="15" name="直接连接符 14"/>
            <p:cNvCxnSpPr/>
            <p:nvPr userDrawn="1"/>
          </p:nvCxnSpPr>
          <p:spPr>
            <a:xfrm flipH="1">
              <a:off x="7049084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 userDrawn="1"/>
          </p:nvCxnSpPr>
          <p:spPr>
            <a:xfrm flipH="1">
              <a:off x="666750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内容占位符 2"/>
          <p:cNvSpPr>
            <a:spLocks noGrp="1"/>
          </p:cNvSpPr>
          <p:nvPr>
            <p:ph sz="quarter" idx="13"/>
          </p:nvPr>
        </p:nvSpPr>
        <p:spPr>
          <a:xfrm>
            <a:off x="850905" y="1304142"/>
            <a:ext cx="10674351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350" b="1">
                <a:solidFill>
                  <a:schemeClr val="tx2"/>
                </a:solidFill>
                <a:latin typeface="+mj-ea"/>
                <a:ea typeface="+mj-ea"/>
              </a:defRPr>
            </a:lvl1pPr>
            <a:lvl2pPr marL="257175" indent="0">
              <a:buFontTx/>
              <a:buNone/>
              <a:defRPr sz="135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514350" indent="0">
              <a:buFontTx/>
              <a:buNone/>
              <a:defRPr sz="135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771525" indent="0">
              <a:buFontTx/>
              <a:buNone/>
              <a:defRPr sz="135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028700" indent="0">
              <a:buFontTx/>
              <a:buNone/>
              <a:defRPr sz="135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437" y="5903958"/>
            <a:ext cx="1953155" cy="61640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段文字版式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/>
        </p:nvSpPr>
        <p:spPr>
          <a:xfrm>
            <a:off x="0" y="243694"/>
            <a:ext cx="12192000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UpDiag">
            <a:fgClr>
              <a:srgbClr val="00449A"/>
            </a:fgClr>
            <a:bgClr>
              <a:srgbClr val="003A8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350" dirty="0">
              <a:solidFill>
                <a:srgbClr val="0064B8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3029" y="435940"/>
            <a:ext cx="257171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60401" y="315258"/>
            <a:ext cx="7601971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75" b="1" spc="169">
                <a:solidFill>
                  <a:schemeClr val="bg1"/>
                </a:solidFill>
                <a:latin typeface="+mj-ea"/>
                <a:ea typeface="+mj-ea"/>
              </a:defRPr>
            </a:lvl1pPr>
            <a:lvl2pPr marL="257175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514350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771525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028700" indent="0">
              <a:buFontTx/>
              <a:buNone/>
              <a:defRPr sz="1575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666751" y="6520363"/>
            <a:ext cx="10858500" cy="0"/>
            <a:chOff x="666750" y="6520363"/>
            <a:chExt cx="10858500" cy="0"/>
          </a:xfrm>
        </p:grpSpPr>
        <p:cxnSp>
          <p:nvCxnSpPr>
            <p:cNvPr id="15" name="直接连接符 14"/>
            <p:cNvCxnSpPr/>
            <p:nvPr userDrawn="1"/>
          </p:nvCxnSpPr>
          <p:spPr>
            <a:xfrm flipH="1">
              <a:off x="7049084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 userDrawn="1"/>
          </p:nvCxnSpPr>
          <p:spPr>
            <a:xfrm flipH="1">
              <a:off x="666750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>
            <a:off x="5133733" y="6405430"/>
            <a:ext cx="1906169" cy="22987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CN" sz="900" b="1" spc="169" dirty="0">
                <a:solidFill>
                  <a:schemeClr val="tx2"/>
                </a:solidFill>
                <a:latin typeface="+mj-ea"/>
                <a:ea typeface="+mj-ea"/>
              </a:rPr>
              <a:t>《</a:t>
            </a:r>
            <a:r>
              <a:rPr lang="zh-CN" altLang="en-US" sz="900" b="1" spc="169" dirty="0">
                <a:solidFill>
                  <a:schemeClr val="tx2"/>
                </a:solidFill>
                <a:latin typeface="+mj-ea"/>
                <a:ea typeface="+mj-ea"/>
              </a:rPr>
              <a:t>操作系统</a:t>
            </a:r>
            <a:r>
              <a:rPr lang="en-US" altLang="zh-CN" sz="900" b="1" spc="169" dirty="0">
                <a:solidFill>
                  <a:schemeClr val="tx2"/>
                </a:solidFill>
                <a:latin typeface="+mj-ea"/>
                <a:ea typeface="+mj-ea"/>
              </a:rPr>
              <a:t>》</a:t>
            </a:r>
            <a:endParaRPr lang="zh-CN" altLang="en-US" sz="900" b="1" spc="169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ChangeAspect="1"/>
          </p:cNvSpPr>
          <p:nvPr userDrawn="1"/>
        </p:nvSpPr>
        <p:spPr>
          <a:xfrm>
            <a:off x="377373" y="420348"/>
            <a:ext cx="11437254" cy="6017303"/>
          </a:xfrm>
          <a:custGeom>
            <a:avLst/>
            <a:gdLst>
              <a:gd name="connsiteX0" fmla="*/ 10908059 w 41964837"/>
              <a:gd name="connsiteY0" fmla="*/ 1500068 h 22091525"/>
              <a:gd name="connsiteX1" fmla="*/ 36141640 w 41964837"/>
              <a:gd name="connsiteY1" fmla="*/ 1500068 h 22091525"/>
              <a:gd name="connsiteX2" fmla="*/ 36766440 w 41964837"/>
              <a:gd name="connsiteY2" fmla="*/ 1241288 h 22091525"/>
              <a:gd name="connsiteX3" fmla="*/ 37722936 w 41964837"/>
              <a:gd name="connsiteY3" fmla="*/ 284788 h 22091525"/>
              <a:gd name="connsiteX4" fmla="*/ 38410328 w 41964837"/>
              <a:gd name="connsiteY4" fmla="*/ 0 h 22091525"/>
              <a:gd name="connsiteX5" fmla="*/ 41139452 w 41964837"/>
              <a:gd name="connsiteY5" fmla="*/ 0 h 22091525"/>
              <a:gd name="connsiteX6" fmla="*/ 41964836 w 41964837"/>
              <a:gd name="connsiteY6" fmla="*/ 825388 h 22091525"/>
              <a:gd name="connsiteX7" fmla="*/ 41964836 w 41964837"/>
              <a:gd name="connsiteY7" fmla="*/ 21266138 h 22091525"/>
              <a:gd name="connsiteX8" fmla="*/ 41139452 w 41964837"/>
              <a:gd name="connsiteY8" fmla="*/ 22091526 h 22091525"/>
              <a:gd name="connsiteX9" fmla="*/ 825388 w 41964837"/>
              <a:gd name="connsiteY9" fmla="*/ 22091526 h 22091525"/>
              <a:gd name="connsiteX10" fmla="*/ 0 w 41964837"/>
              <a:gd name="connsiteY10" fmla="*/ 21266138 h 22091525"/>
              <a:gd name="connsiteX11" fmla="*/ 0 w 41964837"/>
              <a:gd name="connsiteY11" fmla="*/ 825388 h 22091525"/>
              <a:gd name="connsiteX12" fmla="*/ 825388 w 41964837"/>
              <a:gd name="connsiteY12" fmla="*/ 0 h 22091525"/>
              <a:gd name="connsiteX13" fmla="*/ 3755098 w 41964837"/>
              <a:gd name="connsiteY13" fmla="*/ 0 h 22091525"/>
              <a:gd name="connsiteX14" fmla="*/ 4442485 w 41964837"/>
              <a:gd name="connsiteY14" fmla="*/ 284788 h 22091525"/>
              <a:gd name="connsiteX15" fmla="*/ 5398984 w 41964837"/>
              <a:gd name="connsiteY15" fmla="*/ 1241288 h 22091525"/>
              <a:gd name="connsiteX16" fmla="*/ 6024379 w 41964837"/>
              <a:gd name="connsiteY16" fmla="*/ 1500068 h 22091525"/>
              <a:gd name="connsiteX17" fmla="*/ 10908178 w 41964837"/>
              <a:gd name="connsiteY17" fmla="*/ 1500068 h 2209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964837" h="22091525">
                <a:moveTo>
                  <a:pt x="10908059" y="1500068"/>
                </a:moveTo>
                <a:lnTo>
                  <a:pt x="36141640" y="1500068"/>
                </a:lnTo>
                <a:cubicBezTo>
                  <a:pt x="36375952" y="1500068"/>
                  <a:pt x="36600768" y="1406959"/>
                  <a:pt x="36766440" y="1241288"/>
                </a:cubicBezTo>
                <a:lnTo>
                  <a:pt x="37722936" y="284788"/>
                </a:lnTo>
                <a:cubicBezTo>
                  <a:pt x="37905236" y="102491"/>
                  <a:pt x="38152496" y="0"/>
                  <a:pt x="38410328" y="0"/>
                </a:cubicBezTo>
                <a:lnTo>
                  <a:pt x="41139452" y="0"/>
                </a:lnTo>
                <a:cubicBezTo>
                  <a:pt x="41595252" y="0"/>
                  <a:pt x="41964836" y="369584"/>
                  <a:pt x="41964836" y="825388"/>
                </a:cubicBezTo>
                <a:lnTo>
                  <a:pt x="41964836" y="21266138"/>
                </a:lnTo>
                <a:cubicBezTo>
                  <a:pt x="41964836" y="21721942"/>
                  <a:pt x="41595372" y="22091526"/>
                  <a:pt x="41139452" y="22091526"/>
                </a:cubicBezTo>
                <a:lnTo>
                  <a:pt x="825388" y="22091526"/>
                </a:lnTo>
                <a:cubicBezTo>
                  <a:pt x="369584" y="22091526"/>
                  <a:pt x="0" y="21722062"/>
                  <a:pt x="0" y="21266138"/>
                </a:cubicBezTo>
                <a:lnTo>
                  <a:pt x="0" y="825388"/>
                </a:lnTo>
                <a:cubicBezTo>
                  <a:pt x="0" y="369584"/>
                  <a:pt x="369465" y="0"/>
                  <a:pt x="825388" y="0"/>
                </a:cubicBezTo>
                <a:lnTo>
                  <a:pt x="3755098" y="0"/>
                </a:lnTo>
                <a:cubicBezTo>
                  <a:pt x="4012927" y="0"/>
                  <a:pt x="4260187" y="102372"/>
                  <a:pt x="4442485" y="284788"/>
                </a:cubicBezTo>
                <a:lnTo>
                  <a:pt x="5398984" y="1241288"/>
                </a:lnTo>
                <a:cubicBezTo>
                  <a:pt x="5564775" y="1407078"/>
                  <a:pt x="5789826" y="1500186"/>
                  <a:pt x="6024379" y="1500068"/>
                </a:cubicBezTo>
                <a:lnTo>
                  <a:pt x="10908178" y="1500068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118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49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262468" y="305512"/>
            <a:ext cx="11667064" cy="6246975"/>
          </a:xfrm>
          <a:custGeom>
            <a:avLst/>
            <a:gdLst>
              <a:gd name="connsiteX0" fmla="*/ 42808040 w 42808039"/>
              <a:gd name="connsiteY0" fmla="*/ 21687740 h 22934727"/>
              <a:gd name="connsiteX1" fmla="*/ 42808040 w 42808039"/>
              <a:gd name="connsiteY1" fmla="*/ 1246988 h 22934727"/>
              <a:gd name="connsiteX2" fmla="*/ 41561052 w 42808039"/>
              <a:gd name="connsiteY2" fmla="*/ 0 h 22934727"/>
              <a:gd name="connsiteX3" fmla="*/ 38441204 w 42808039"/>
              <a:gd name="connsiteY3" fmla="*/ 0 h 22934727"/>
              <a:gd name="connsiteX4" fmla="*/ 2376166 w 42808039"/>
              <a:gd name="connsiteY4" fmla="*/ 0 h 22934727"/>
              <a:gd name="connsiteX5" fmla="*/ 1246988 w 42808039"/>
              <a:gd name="connsiteY5" fmla="*/ 0 h 22934727"/>
              <a:gd name="connsiteX6" fmla="*/ 0 w 42808039"/>
              <a:gd name="connsiteY6" fmla="*/ 1246988 h 22934727"/>
              <a:gd name="connsiteX7" fmla="*/ 0 w 42808039"/>
              <a:gd name="connsiteY7" fmla="*/ 21687740 h 22934727"/>
              <a:gd name="connsiteX8" fmla="*/ 1246988 w 42808039"/>
              <a:gd name="connsiteY8" fmla="*/ 22934728 h 22934727"/>
              <a:gd name="connsiteX9" fmla="*/ 41561052 w 42808039"/>
              <a:gd name="connsiteY9" fmla="*/ 22934728 h 22934727"/>
              <a:gd name="connsiteX10" fmla="*/ 42808040 w 42808039"/>
              <a:gd name="connsiteY10" fmla="*/ 21687740 h 22934727"/>
              <a:gd name="connsiteX11" fmla="*/ 11329660 w 42808039"/>
              <a:gd name="connsiteY11" fmla="*/ 1921787 h 22934727"/>
              <a:gd name="connsiteX12" fmla="*/ 36563120 w 42808039"/>
              <a:gd name="connsiteY12" fmla="*/ 1921787 h 22934727"/>
              <a:gd name="connsiteX13" fmla="*/ 37187924 w 42808039"/>
              <a:gd name="connsiteY13" fmla="*/ 1663007 h 22934727"/>
              <a:gd name="connsiteX14" fmla="*/ 38144424 w 42808039"/>
              <a:gd name="connsiteY14" fmla="*/ 706508 h 22934727"/>
              <a:gd name="connsiteX15" fmla="*/ 38831808 w 42808039"/>
              <a:gd name="connsiteY15" fmla="*/ 421720 h 22934727"/>
              <a:gd name="connsiteX16" fmla="*/ 41560932 w 42808039"/>
              <a:gd name="connsiteY16" fmla="*/ 421720 h 22934727"/>
              <a:gd name="connsiteX17" fmla="*/ 42386320 w 42808039"/>
              <a:gd name="connsiteY17" fmla="*/ 1247107 h 22934727"/>
              <a:gd name="connsiteX18" fmla="*/ 42386320 w 42808039"/>
              <a:gd name="connsiteY18" fmla="*/ 21687858 h 22934727"/>
              <a:gd name="connsiteX19" fmla="*/ 41560932 w 42808039"/>
              <a:gd name="connsiteY19" fmla="*/ 22513246 h 22934727"/>
              <a:gd name="connsiteX20" fmla="*/ 1246870 w 42808039"/>
              <a:gd name="connsiteY20" fmla="*/ 22513246 h 22934727"/>
              <a:gd name="connsiteX21" fmla="*/ 421482 w 42808039"/>
              <a:gd name="connsiteY21" fmla="*/ 21687858 h 22934727"/>
              <a:gd name="connsiteX22" fmla="*/ 421482 w 42808039"/>
              <a:gd name="connsiteY22" fmla="*/ 1246988 h 22934727"/>
              <a:gd name="connsiteX23" fmla="*/ 1246870 w 42808039"/>
              <a:gd name="connsiteY23" fmla="*/ 421601 h 22934727"/>
              <a:gd name="connsiteX24" fmla="*/ 4176579 w 42808039"/>
              <a:gd name="connsiteY24" fmla="*/ 421601 h 22934727"/>
              <a:gd name="connsiteX25" fmla="*/ 4863967 w 42808039"/>
              <a:gd name="connsiteY25" fmla="*/ 706389 h 22934727"/>
              <a:gd name="connsiteX26" fmla="*/ 5820467 w 42808039"/>
              <a:gd name="connsiteY26" fmla="*/ 1662889 h 22934727"/>
              <a:gd name="connsiteX27" fmla="*/ 6445861 w 42808039"/>
              <a:gd name="connsiteY27" fmla="*/ 1921668 h 22934727"/>
              <a:gd name="connsiteX28" fmla="*/ 11329660 w 42808039"/>
              <a:gd name="connsiteY28" fmla="*/ 1921668 h 22934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08039" h="22934727">
                <a:moveTo>
                  <a:pt x="42808040" y="21687740"/>
                </a:moveTo>
                <a:lnTo>
                  <a:pt x="42808040" y="1246988"/>
                </a:lnTo>
                <a:cubicBezTo>
                  <a:pt x="42808040" y="558651"/>
                  <a:pt x="42249388" y="0"/>
                  <a:pt x="41561052" y="0"/>
                </a:cubicBezTo>
                <a:lnTo>
                  <a:pt x="38441204" y="0"/>
                </a:lnTo>
                <a:cubicBezTo>
                  <a:pt x="38441204" y="0"/>
                  <a:pt x="2376166" y="0"/>
                  <a:pt x="2376166" y="0"/>
                </a:cubicBezTo>
                <a:lnTo>
                  <a:pt x="1246988" y="0"/>
                </a:lnTo>
                <a:cubicBezTo>
                  <a:pt x="558651" y="0"/>
                  <a:pt x="0" y="558651"/>
                  <a:pt x="0" y="1246988"/>
                </a:cubicBezTo>
                <a:lnTo>
                  <a:pt x="0" y="21687740"/>
                </a:lnTo>
                <a:cubicBezTo>
                  <a:pt x="0" y="22376076"/>
                  <a:pt x="558651" y="22934728"/>
                  <a:pt x="1246988" y="22934728"/>
                </a:cubicBezTo>
                <a:lnTo>
                  <a:pt x="41561052" y="22934728"/>
                </a:lnTo>
                <a:cubicBezTo>
                  <a:pt x="42249388" y="22934728"/>
                  <a:pt x="42808040" y="22376076"/>
                  <a:pt x="42808040" y="21687740"/>
                </a:cubicBezTo>
                <a:close/>
                <a:moveTo>
                  <a:pt x="11329660" y="1921787"/>
                </a:moveTo>
                <a:lnTo>
                  <a:pt x="36563120" y="1921787"/>
                </a:lnTo>
                <a:cubicBezTo>
                  <a:pt x="36797436" y="1921787"/>
                  <a:pt x="37022248" y="1828679"/>
                  <a:pt x="37187924" y="1663007"/>
                </a:cubicBezTo>
                <a:lnTo>
                  <a:pt x="38144424" y="706508"/>
                </a:lnTo>
                <a:cubicBezTo>
                  <a:pt x="38326720" y="524210"/>
                  <a:pt x="38573980" y="421720"/>
                  <a:pt x="38831808" y="421720"/>
                </a:cubicBezTo>
                <a:lnTo>
                  <a:pt x="41560932" y="421720"/>
                </a:lnTo>
                <a:cubicBezTo>
                  <a:pt x="42016736" y="421720"/>
                  <a:pt x="42386320" y="791303"/>
                  <a:pt x="42386320" y="1247107"/>
                </a:cubicBezTo>
                <a:lnTo>
                  <a:pt x="42386320" y="21687858"/>
                </a:lnTo>
                <a:cubicBezTo>
                  <a:pt x="42386320" y="22143662"/>
                  <a:pt x="42016852" y="22513246"/>
                  <a:pt x="41560932" y="22513246"/>
                </a:cubicBezTo>
                <a:lnTo>
                  <a:pt x="1246870" y="22513246"/>
                </a:lnTo>
                <a:cubicBezTo>
                  <a:pt x="791066" y="22513246"/>
                  <a:pt x="421482" y="22143780"/>
                  <a:pt x="421482" y="21687858"/>
                </a:cubicBezTo>
                <a:lnTo>
                  <a:pt x="421482" y="1246988"/>
                </a:lnTo>
                <a:cubicBezTo>
                  <a:pt x="421482" y="791184"/>
                  <a:pt x="790947" y="421601"/>
                  <a:pt x="1246870" y="421601"/>
                </a:cubicBezTo>
                <a:lnTo>
                  <a:pt x="4176579" y="421601"/>
                </a:lnTo>
                <a:cubicBezTo>
                  <a:pt x="4434409" y="421601"/>
                  <a:pt x="4681669" y="523973"/>
                  <a:pt x="4863967" y="706389"/>
                </a:cubicBezTo>
                <a:lnTo>
                  <a:pt x="5820467" y="1662889"/>
                </a:lnTo>
                <a:cubicBezTo>
                  <a:pt x="5986256" y="1828679"/>
                  <a:pt x="6211308" y="1921787"/>
                  <a:pt x="6445861" y="1921668"/>
                </a:cubicBezTo>
                <a:lnTo>
                  <a:pt x="11329660" y="1921668"/>
                </a:lnTo>
                <a:close/>
              </a:path>
            </a:pathLst>
          </a:custGeom>
          <a:gradFill>
            <a:gsLst>
              <a:gs pos="0">
                <a:srgbClr val="0B79A6"/>
              </a:gs>
              <a:gs pos="100000">
                <a:srgbClr val="0B79A6"/>
              </a:gs>
            </a:gsLst>
            <a:path path="circle">
              <a:fillToRect l="100000" t="100000"/>
            </a:path>
          </a:gradFill>
          <a:ln w="118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490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632524" y="420329"/>
            <a:ext cx="5536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395" b="1">
                <a:solidFill>
                  <a:schemeClr val="bg1"/>
                </a:solidFill>
                <a:latin typeface="汉仪晓波折纸体简" panose="00020600040101010101" charset="-122"/>
                <a:ea typeface="汉仪晓波折纸体简" panose="00020600040101010101" charset="-122"/>
              </a:rPr>
              <a:t>第二十届全国操作系统教学研讨会</a:t>
            </a:r>
            <a:endParaRPr lang="zh-CN" altLang="en-US" sz="2395" b="1">
              <a:solidFill>
                <a:schemeClr val="bg1"/>
              </a:solidFill>
              <a:latin typeface="汉仪晓波折纸体简" panose="00020600040101010101" charset="-122"/>
              <a:ea typeface="汉仪晓波折纸体简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365B7-FDB0-4531-9BA8-C9E46FCB43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0F59-DB9F-42C9-8670-FD5C2598E6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35" y="-22860"/>
            <a:ext cx="12192000" cy="6858000"/>
            <a:chOff x="0" y="0"/>
            <a:chExt cx="12192000" cy="6858000"/>
          </a:xfrm>
        </p:grpSpPr>
        <p:sp>
          <p:nvSpPr>
            <p:cNvPr id="5" name="直角三角形 4"/>
            <p:cNvSpPr/>
            <p:nvPr userDrawn="1"/>
          </p:nvSpPr>
          <p:spPr>
            <a:xfrm>
              <a:off x="0" y="3165895"/>
              <a:ext cx="3692105" cy="3692105"/>
            </a:xfrm>
            <a:prstGeom prst="rt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4B9D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 rot="10800000">
              <a:off x="8499895" y="0"/>
              <a:ext cx="3692105" cy="3692105"/>
            </a:xfrm>
            <a:prstGeom prst="rtTriangle">
              <a:avLst/>
            </a:prstGeom>
            <a:solidFill>
              <a:srgbClr val="004B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 userDrawn="1"/>
          </p:nvGrpSpPr>
          <p:grpSpPr>
            <a:xfrm>
              <a:off x="490484" y="441960"/>
              <a:ext cx="11211033" cy="6019801"/>
              <a:chOff x="490484" y="441960"/>
              <a:chExt cx="11211033" cy="6019801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15" t="4277" r="530" b="14319"/>
              <a:stretch>
                <a:fillRect/>
              </a:stretch>
            </p:blipFill>
            <p:spPr>
              <a:xfrm>
                <a:off x="490484" y="441960"/>
                <a:ext cx="11211033" cy="6019801"/>
              </a:xfrm>
              <a:prstGeom prst="rect">
                <a:avLst/>
              </a:prstGeom>
              <a:effectLst>
                <a:outerShdw blurRad="355600" dist="139700" dir="2700000" algn="tl" rotWithShape="0">
                  <a:prstClr val="black">
                    <a:alpha val="61000"/>
                  </a:prstClr>
                </a:outerShdw>
              </a:effectLst>
            </p:spPr>
          </p:pic>
          <p:sp>
            <p:nvSpPr>
              <p:cNvPr id="9" name="矩形 8"/>
              <p:cNvSpPr/>
              <p:nvPr userDrawn="1"/>
            </p:nvSpPr>
            <p:spPr>
              <a:xfrm>
                <a:off x="490484" y="441960"/>
                <a:ext cx="11211032" cy="6019801"/>
              </a:xfrm>
              <a:prstGeom prst="rect">
                <a:avLst/>
              </a:prstGeom>
              <a:solidFill>
                <a:srgbClr val="FFFEF7">
                  <a:alpha val="8274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930" y="768378"/>
            <a:ext cx="2917715" cy="920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759710" y="1757045"/>
            <a:ext cx="5982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dirty="0" smtClean="0">
                <a:solidFill>
                  <a:srgbClr val="002060"/>
                </a:solidFill>
                <a:latin typeface="汉仪铸字美心体简" panose="00020600040101010101" charset="-122"/>
                <a:ea typeface="汉仪铸字美心体简" panose="00020600040101010101" charset="-122"/>
              </a:rPr>
              <a:t>操作系统</a:t>
            </a:r>
            <a:endParaRPr lang="zh-CN" sz="5400" dirty="0" smtClean="0">
              <a:solidFill>
                <a:srgbClr val="002060"/>
              </a:solidFill>
              <a:latin typeface="汉仪铸字美心体简" panose="00020600040101010101" charset="-122"/>
              <a:ea typeface="汉仪铸字美心体简" panose="00020600040101010101" charset="-122"/>
            </a:endParaRPr>
          </a:p>
        </p:txBody>
      </p:sp>
      <p:sp>
        <p:nvSpPr>
          <p:cNvPr id="12" name="图形"/>
          <p:cNvSpPr txBox="1"/>
          <p:nvPr>
            <p:custDataLst>
              <p:tags r:id="rId3"/>
            </p:custDataLst>
          </p:nvPr>
        </p:nvSpPr>
        <p:spPr>
          <a:xfrm>
            <a:off x="3812540" y="4120515"/>
            <a:ext cx="44754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重庆大学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 </a:t>
            </a:r>
            <a:r>
              <a:rPr 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计算机学院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   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欧阳德强</a:t>
            </a:r>
            <a:endParaRPr lang="zh-CN" alt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13" name="图形"/>
          <p:cNvSpPr txBox="1"/>
          <p:nvPr>
            <p:custDataLst>
              <p:tags r:id="rId4"/>
            </p:custDataLst>
          </p:nvPr>
        </p:nvSpPr>
        <p:spPr>
          <a:xfrm>
            <a:off x="3812540" y="4946015"/>
            <a:ext cx="59823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邮箱：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deqiangouyang@cqu.edu.cn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3735" y="3015615"/>
            <a:ext cx="50742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 smtClean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本</a:t>
            </a:r>
            <a:r>
              <a:rPr lang="zh-CN" sz="4400" b="1" dirty="0" smtClean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学期课程</a:t>
            </a:r>
            <a:r>
              <a:rPr lang="zh-CN" sz="4400" b="1" dirty="0" smtClean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说明</a:t>
            </a:r>
            <a:endParaRPr lang="zh-CN" sz="4400" b="1" dirty="0" smtClean="0">
              <a:solidFill>
                <a:srgbClr val="002060"/>
              </a:solidFill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1395" y="544830"/>
            <a:ext cx="2001520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主要教材</a:t>
            </a:r>
            <a:endParaRPr lang="zh-CN" altLang="en-US" sz="2800" b="0">
              <a:solidFill>
                <a:srgbClr val="002060"/>
              </a:solidFill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1116965" y="3868420"/>
            <a:ext cx="6176010" cy="2265045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</a:ln>
        </p:spPr>
        <p:txBody>
          <a:bodyPr wrap="square">
            <a:noAutofit/>
          </a:bodyPr>
          <a:lstStyle/>
          <a:p>
            <a:pPr>
              <a:spcBef>
                <a:spcPts val="340"/>
              </a:spcBef>
            </a:pP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参考教材：</a:t>
            </a:r>
            <a:endParaRPr lang="zh-CN" altLang="en-US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ts val="340"/>
              </a:spcBef>
            </a:pP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 《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操作系统概念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 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（第七版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郑叩根 译）</a:t>
            </a:r>
            <a:endParaRPr lang="en-US" altLang="zh-CN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ts val="340"/>
              </a:spcBef>
            </a:pP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高等教育出版社</a:t>
            </a:r>
            <a:endParaRPr lang="en-US" altLang="zh-CN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atinLnBrk="1">
              <a:spcBef>
                <a:spcPts val="340"/>
              </a:spcBef>
            </a:pP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[2] 《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操作系统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――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精髓与设计原理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endParaRPr lang="en-US" altLang="zh-CN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atinLnBrk="1">
              <a:spcBef>
                <a:spcPts val="340"/>
              </a:spcBef>
            </a:pP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（第八版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陈向群、陈渝 译）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电子工业出版社 </a:t>
            </a:r>
            <a:r>
              <a:rPr lang="en-US" altLang="zh-CN" b="1" dirty="0">
                <a:solidFill>
                  <a:srgbClr val="002C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 </a:t>
            </a:r>
            <a:endParaRPr lang="en-US" altLang="zh-CN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lang="zh-CN" altLang="en-US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lang="zh-CN" altLang="en-US" b="1" dirty="0">
              <a:solidFill>
                <a:srgbClr val="002C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Picture 5" descr="TB1w6e7FVXXXXawXFXXXXXXXXXX_!!0-item_pic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82205" y="3580765"/>
            <a:ext cx="2000885" cy="226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5" y="3580765"/>
            <a:ext cx="1600835" cy="223075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505" y="870585"/>
            <a:ext cx="1771650" cy="255841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116965" y="2033270"/>
            <a:ext cx="5822950" cy="1753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rgbClr val="66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《计算机操作系统原理与实践》</a:t>
            </a:r>
            <a:endParaRPr lang="zh-CN" altLang="en-US" b="1">
              <a:solidFill>
                <a:srgbClr val="66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>
                <a:solidFill>
                  <a:srgbClr val="66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</a:t>
            </a:r>
            <a:r>
              <a:rPr lang="zh-CN" altLang="en-US" b="1">
                <a:solidFill>
                  <a:srgbClr val="66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何静媛，陈咸彰，谭玉娟，向朝参</a:t>
            </a:r>
            <a:endParaRPr lang="zh-CN" altLang="en-US" b="1">
              <a:solidFill>
                <a:srgbClr val="66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>
                <a:solidFill>
                  <a:srgbClr val="66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ISBN 978-7-115-68353-3</a:t>
            </a:r>
            <a:endParaRPr lang="en-US" altLang="zh-CN" b="1">
              <a:solidFill>
                <a:srgbClr val="66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>
                <a:solidFill>
                  <a:srgbClr val="66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</a:t>
            </a:r>
            <a:r>
              <a:rPr lang="zh-CN" altLang="en-US" b="1">
                <a:solidFill>
                  <a:srgbClr val="66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人民邮电出版社</a:t>
            </a:r>
            <a:endParaRPr lang="zh-CN" altLang="en-US" b="1">
              <a:solidFill>
                <a:srgbClr val="66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86205" y="1196340"/>
            <a:ext cx="6096000" cy="70675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anchor="t">
            <a:spAutoFit/>
          </a:bodyPr>
          <a:p>
            <a:pPr indent="0"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当当或京东可购买</a:t>
            </a:r>
            <a:r>
              <a:rPr lang="en-US" altLang="zh-CN" sz="20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https://www.ryjiaoyu.com/book/details/52034</a:t>
            </a:r>
            <a:endParaRPr lang="zh-CN" altLang="zh-CN" sz="20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1395" y="544830"/>
            <a:ext cx="30257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课程</a:t>
            </a:r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线上平台</a:t>
            </a:r>
            <a:endParaRPr lang="zh-CN" altLang="en-US" sz="2800" b="0">
              <a:solidFill>
                <a:srgbClr val="002060"/>
              </a:solidFill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 flipH="1">
            <a:off x="460235" y="1397455"/>
            <a:ext cx="378393" cy="46302"/>
            <a:chOff x="702468" y="942975"/>
            <a:chExt cx="492918" cy="70143"/>
          </a:xfrm>
        </p:grpSpPr>
        <p:sp>
          <p:nvSpPr>
            <p:cNvPr id="141" name="平行四边形 140"/>
            <p:cNvSpPr/>
            <p:nvPr/>
          </p:nvSpPr>
          <p:spPr>
            <a:xfrm>
              <a:off x="702468" y="942975"/>
              <a:ext cx="90487" cy="70143"/>
            </a:xfrm>
            <a:prstGeom prst="parallelogram">
              <a:avLst/>
            </a:prstGeom>
            <a:solidFill>
              <a:srgbClr val="006B7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平行四边形 141"/>
            <p:cNvSpPr/>
            <p:nvPr/>
          </p:nvSpPr>
          <p:spPr>
            <a:xfrm>
              <a:off x="803076" y="942975"/>
              <a:ext cx="90487" cy="70143"/>
            </a:xfrm>
            <a:prstGeom prst="parallelogram">
              <a:avLst>
                <a:gd name="adj" fmla="val 25000"/>
              </a:avLst>
            </a:prstGeom>
            <a:solidFill>
              <a:srgbClr val="006B76">
                <a:alpha val="83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3" name="平行四边形 142"/>
            <p:cNvSpPr/>
            <p:nvPr/>
          </p:nvSpPr>
          <p:spPr>
            <a:xfrm>
              <a:off x="903684" y="942975"/>
              <a:ext cx="90487" cy="70143"/>
            </a:xfrm>
            <a:prstGeom prst="parallelogram">
              <a:avLst>
                <a:gd name="adj" fmla="val 25000"/>
              </a:avLst>
            </a:prstGeom>
            <a:solidFill>
              <a:srgbClr val="006B76">
                <a:alpha val="6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4" name="平行四边形 143"/>
            <p:cNvSpPr/>
            <p:nvPr/>
          </p:nvSpPr>
          <p:spPr>
            <a:xfrm>
              <a:off x="1004292" y="942975"/>
              <a:ext cx="90487" cy="70143"/>
            </a:xfrm>
            <a:prstGeom prst="parallelogram">
              <a:avLst>
                <a:gd name="adj" fmla="val 25000"/>
              </a:avLst>
            </a:prstGeom>
            <a:solidFill>
              <a:srgbClr val="006B76">
                <a:alpha val="49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9" name="平行四边形 288"/>
            <p:cNvSpPr/>
            <p:nvPr/>
          </p:nvSpPr>
          <p:spPr>
            <a:xfrm>
              <a:off x="1104899" y="942975"/>
              <a:ext cx="90487" cy="70143"/>
            </a:xfrm>
            <a:prstGeom prst="parallelogram">
              <a:avLst/>
            </a:prstGeom>
            <a:solidFill>
              <a:srgbClr val="006B76">
                <a:alpha val="3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290" name="直接连接符 289"/>
          <p:cNvCxnSpPr/>
          <p:nvPr/>
        </p:nvCxnSpPr>
        <p:spPr>
          <a:xfrm>
            <a:off x="838116" y="1397473"/>
            <a:ext cx="4404914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08F9E">
                    <a:alpha val="80000"/>
                  </a:srgbClr>
                </a:gs>
                <a:gs pos="100000">
                  <a:srgbClr val="006B76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838754" y="1504105"/>
            <a:ext cx="4058284" cy="11074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2700"/>
            <a:r>
              <a:rPr lang="en-US" altLang="zh-CN" sz="1795" b="1" spc="-45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https://smartcourse.zhihuishu.com/course/index/2033775585095495680?mapVersion=0&amp;scMapUid=2094298559321694208       </a:t>
            </a:r>
            <a:r>
              <a:rPr lang="zh-CN" altLang="en-US" sz="1795" b="1" spc="-45">
                <a:solidFill>
                  <a:srgbClr val="01322D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课程</a:t>
            </a:r>
            <a:r>
              <a:rPr lang="en-US" altLang="zh-CN" sz="1795" b="1" spc="-45">
                <a:solidFill>
                  <a:srgbClr val="01322D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AI</a:t>
            </a:r>
            <a:r>
              <a:rPr lang="zh-CN" altLang="en-US" sz="1795" b="1" spc="-45">
                <a:solidFill>
                  <a:srgbClr val="01322D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工作台</a:t>
            </a:r>
            <a:r>
              <a:rPr lang="en-US" altLang="zh-CN" sz="1795" b="1" spc="-45">
                <a:solidFill>
                  <a:srgbClr val="01322D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 </a:t>
            </a:r>
            <a:endParaRPr lang="en-US" altLang="zh-CN" sz="1795" b="1" spc="-45">
              <a:solidFill>
                <a:srgbClr val="01322D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383" y="930998"/>
            <a:ext cx="2198958" cy="466446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5833326" y="1798622"/>
            <a:ext cx="5840534" cy="3876291"/>
            <a:chOff x="31489" y="9716"/>
            <a:chExt cx="33793" cy="22428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19" y="13998"/>
              <a:ext cx="30521" cy="18146"/>
            </a:xfrm>
            <a:prstGeom prst="rect">
              <a:avLst/>
            </a:prstGeom>
            <a:ln>
              <a:solidFill>
                <a:srgbClr val="006B76"/>
              </a:solidFill>
            </a:ln>
          </p:spPr>
        </p:pic>
        <p:sp>
          <p:nvSpPr>
            <p:cNvPr id="25" name="Object 1012"/>
            <p:cNvSpPr txBox="1"/>
            <p:nvPr/>
          </p:nvSpPr>
          <p:spPr>
            <a:xfrm>
              <a:off x="42179" y="13998"/>
              <a:ext cx="8226" cy="6798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395" b="1" dirty="0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accent4">
                        <a:satMod val="175000"/>
                        <a:alpha val="40000"/>
                      </a:schemeClr>
                    </a:glow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82</a:t>
              </a:r>
              <a:r>
                <a:rPr lang="zh-CN" altLang="en-US" sz="2400" b="1" dirty="0">
                  <a:effectLst>
                    <a:glow rad="1016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视频</a:t>
              </a:r>
              <a:endParaRPr lang="zh-CN" altLang="en-US" sz="24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Object 1012"/>
            <p:cNvSpPr txBox="1"/>
            <p:nvPr/>
          </p:nvSpPr>
          <p:spPr>
            <a:xfrm>
              <a:off x="52186" y="13998"/>
              <a:ext cx="8226" cy="6798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395" b="1" dirty="0">
                  <a:solidFill>
                    <a:schemeClr val="accent2">
                      <a:lumMod val="50000"/>
                    </a:schemeClr>
                  </a:solidFill>
                  <a:effectLst>
                    <a:glow rad="101600">
                      <a:schemeClr val="accent4">
                        <a:satMod val="175000"/>
                        <a:alpha val="40000"/>
                      </a:schemeClr>
                    </a:glow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570</a:t>
              </a:r>
              <a:r>
                <a:rPr lang="zh-CN" altLang="en-US" sz="2400" b="1" dirty="0">
                  <a:effectLst>
                    <a:glow rad="1016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分钟</a:t>
              </a:r>
              <a:endParaRPr lang="zh-CN" altLang="en-US" sz="24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9493" y="9716"/>
              <a:ext cx="25789" cy="373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795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https://wisdomh5.zhihuishu.com/course/index/1?courseId=1000165832</a:t>
              </a:r>
              <a:endParaRPr lang="en-US" altLang="zh-CN" sz="1795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1489" y="10320"/>
              <a:ext cx="7386" cy="213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marL="12700"/>
              <a:r>
                <a:rPr lang="en-US" altLang="zh-CN" sz="1960" b="1" spc="-45">
                  <a:solidFill>
                    <a:srgbClr val="0132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1960" b="1" spc="-45">
                  <a:solidFill>
                    <a:srgbClr val="0132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智慧</a:t>
              </a:r>
              <a:r>
                <a:rPr lang="zh-CN" sz="1960" b="1" spc="-45">
                  <a:solidFill>
                    <a:srgbClr val="013233"/>
                  </a:solidFill>
                  <a:latin typeface="方正粗黑宋简体" panose="02000000000000000000" charset="-122"/>
                  <a:ea typeface="方正粗黑宋简体" panose="02000000000000000000" charset="-122"/>
                  <a:sym typeface="+mn-ea"/>
                </a:rPr>
                <a:t>慕课</a:t>
              </a:r>
              <a:r>
                <a:rPr lang="en-US" altLang="zh-CN" sz="1960" b="1" spc="-45">
                  <a:solidFill>
                    <a:srgbClr val="013233"/>
                  </a:solidFill>
                  <a:latin typeface="方正粗黑宋简体" panose="02000000000000000000" charset="-122"/>
                  <a:ea typeface="方正粗黑宋简体" panose="02000000000000000000" charset="-122"/>
                  <a:sym typeface="+mn-ea"/>
                </a:rPr>
                <a:t> </a:t>
              </a:r>
              <a:endParaRPr lang="en-US" altLang="zh-CN" sz="1960" b="1" spc="-45">
                <a:solidFill>
                  <a:srgbClr val="013233"/>
                </a:solidFill>
                <a:latin typeface="方正粗黑宋简体" panose="02000000000000000000" charset="-122"/>
                <a:ea typeface="方正粗黑宋简体" panose="02000000000000000000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" y="2785110"/>
            <a:ext cx="5147945" cy="2644140"/>
          </a:xfrm>
          <a:prstGeom prst="rect">
            <a:avLst/>
          </a:prstGeom>
          <a:ln w="22225">
            <a:solidFill>
              <a:srgbClr val="0070C0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1395" y="544830"/>
            <a:ext cx="30257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课程</a:t>
            </a:r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实践平台</a:t>
            </a:r>
            <a:endParaRPr lang="zh-CN" altLang="en-US" sz="2800" b="0">
              <a:solidFill>
                <a:srgbClr val="002060"/>
              </a:solidFill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29080"/>
          <a:stretch>
            <a:fillRect/>
          </a:stretch>
        </p:blipFill>
        <p:spPr>
          <a:xfrm>
            <a:off x="1996440" y="1066800"/>
            <a:ext cx="7442200" cy="1277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90" y="2344420"/>
            <a:ext cx="7442835" cy="3877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66465" y="698500"/>
            <a:ext cx="7296150" cy="3683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anchor="t">
            <a:spAutoFit/>
          </a:bodyPr>
          <a:p>
            <a:pPr indent="0">
              <a:buNone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https://www.educoder.net/classrooms/H2QKR86N/course_group</a:t>
            </a:r>
            <a:endParaRPr lang="en-US" altLang="zh-CN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69680" y="3292475"/>
            <a:ext cx="2592705" cy="39878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anchor="t">
            <a:spAutoFit/>
          </a:bodyPr>
          <a:p>
            <a:pPr indent="0"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邀请码：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MK4RDP</a:t>
            </a:r>
            <a:endParaRPr lang="en-US" altLang="zh-CN" sz="20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50050" y="3157855"/>
            <a:ext cx="902970" cy="30911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1395" y="544830"/>
            <a:ext cx="30257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课程</a:t>
            </a:r>
            <a:r>
              <a:rPr lang="zh-CN" altLang="en-US" sz="2800" b="0">
                <a:solidFill>
                  <a:srgbClr val="002060"/>
                </a:solidFill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</a:rPr>
              <a:t>实践平台</a:t>
            </a:r>
            <a:endParaRPr lang="zh-CN" altLang="en-US" sz="2800" b="0">
              <a:solidFill>
                <a:srgbClr val="002060"/>
              </a:solidFill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1395" y="1136015"/>
            <a:ext cx="10108565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81000" algn="just" defTabSz="266700">
              <a:spcBef>
                <a:spcPct val="0"/>
              </a:spcBef>
              <a:spcAft>
                <a:spcPct val="0"/>
              </a:spcAft>
              <a:tabLst>
                <a:tab pos="28575" algn="l"/>
              </a:tabLst>
            </a:pPr>
            <a:r>
              <a:rPr lang="zh-CN" altLang="en-US" sz="2000" b="1">
                <a:latin typeface="Calibri" panose="020F0502020204030204"/>
                <a:ea typeface="宋体" panose="02010600030101010101" pitchFamily="2" charset="-122"/>
              </a:rPr>
              <a:t>本学期学生需要完成一组验证型实验和一组设计型实验，实验都在线上进行，每位学生单独完成。教学过程中请每位教师提醒学生按时完成。实验具体内容如下：</a:t>
            </a:r>
            <a:endParaRPr lang="zh-CN" altLang="en-US" sz="20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381000" algn="just" defTabSz="266700">
              <a:spcBef>
                <a:spcPct val="0"/>
              </a:spcBef>
              <a:spcAft>
                <a:spcPct val="0"/>
              </a:spcAft>
              <a:tabLst>
                <a:tab pos="28575" algn="l"/>
              </a:tabLst>
            </a:pPr>
            <a:endParaRPr lang="zh-CN" altLang="en-US" sz="20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381000" algn="just" defTabSz="266700">
              <a:spcBef>
                <a:spcPct val="0"/>
              </a:spcBef>
              <a:spcAft>
                <a:spcPct val="0"/>
              </a:spcAft>
              <a:tabLst>
                <a:tab pos="28575" algn="l"/>
              </a:tabLst>
            </a:pPr>
            <a:r>
              <a:rPr lang="zh-CN" altLang="en-US" sz="2400" b="1">
                <a:solidFill>
                  <a:srgbClr val="660000"/>
                </a:solidFill>
                <a:latin typeface="Calibri" panose="020F0502020204030204"/>
                <a:ea typeface="宋体" panose="02010600030101010101" pitchFamily="2" charset="-122"/>
              </a:rPr>
              <a:t>验证型实验有</a:t>
            </a:r>
            <a:r>
              <a:rPr lang="en-US" altLang="zh-CN" sz="2400" b="1">
                <a:solidFill>
                  <a:srgbClr val="660000"/>
                </a:solidFill>
                <a:latin typeface="Calibri" panose="020F0502020204030204"/>
                <a:ea typeface="Calibri" panose="020F0502020204030204"/>
              </a:rPr>
              <a:t>3</a:t>
            </a:r>
            <a:r>
              <a:rPr lang="zh-CN" altLang="en-US" sz="2400" b="1">
                <a:solidFill>
                  <a:srgbClr val="660000"/>
                </a:solidFill>
                <a:latin typeface="Calibri" panose="020F0502020204030204"/>
                <a:ea typeface="宋体" panose="02010600030101010101" pitchFamily="2" charset="-122"/>
              </a:rPr>
              <a:t>个实训项目：</a:t>
            </a:r>
            <a:endParaRPr lang="zh-CN" altLang="en-US" sz="2400" b="1">
              <a:solidFill>
                <a:srgbClr val="66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245" y="2753360"/>
            <a:ext cx="2792095" cy="306768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905" y="2520315"/>
            <a:ext cx="2195830" cy="41363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6213475" y="1882775"/>
            <a:ext cx="4495165" cy="437515"/>
          </a:xfrm>
          <a:prstGeom prst="rect">
            <a:avLst/>
          </a:prstGeom>
        </p:spPr>
        <p:txBody>
          <a:bodyPr>
            <a:noAutofit/>
          </a:bodyPr>
          <a:p>
            <a:pPr marL="0" indent="381000" algn="just" defTabSz="266700">
              <a:spcBef>
                <a:spcPct val="0"/>
              </a:spcBef>
              <a:spcAft>
                <a:spcPct val="0"/>
              </a:spcAft>
              <a:tabLst>
                <a:tab pos="28575" algn="l"/>
              </a:tabLst>
            </a:pPr>
            <a:r>
              <a:rPr lang="zh-CN" altLang="en-US" sz="2400" b="1">
                <a:solidFill>
                  <a:srgbClr val="660000"/>
                </a:solidFill>
                <a:latin typeface="Calibri" panose="020F0502020204030204"/>
                <a:ea typeface="宋体" panose="02010600030101010101" pitchFamily="2" charset="-122"/>
              </a:rPr>
              <a:t>设计型实验有</a:t>
            </a:r>
            <a:r>
              <a:rPr lang="en-US" altLang="zh-CN" sz="2400" b="1">
                <a:solidFill>
                  <a:srgbClr val="660000"/>
                </a:solidFill>
                <a:latin typeface="Calibri" panose="020F0502020204030204"/>
                <a:ea typeface="Calibri" panose="020F0502020204030204"/>
              </a:rPr>
              <a:t>7</a:t>
            </a:r>
            <a:r>
              <a:rPr lang="zh-CN" altLang="en-US" sz="2400" b="1">
                <a:solidFill>
                  <a:srgbClr val="660000"/>
                </a:solidFill>
                <a:latin typeface="Calibri" panose="020F0502020204030204"/>
                <a:ea typeface="宋体" panose="02010600030101010101" pitchFamily="2" charset="-122"/>
              </a:rPr>
              <a:t>个实训项目：</a:t>
            </a:r>
            <a:endParaRPr lang="zh-CN" altLang="en-US" sz="2400" b="1">
              <a:solidFill>
                <a:srgbClr val="66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/>
          <p:nvPr/>
        </p:nvSpPr>
        <p:spPr bwMode="auto">
          <a:xfrm>
            <a:off x="1077975" y="532398"/>
            <a:ext cx="3024334" cy="3808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b="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教学要求</a:t>
            </a:r>
            <a:endParaRPr lang="zh-CN" altLang="en-US" sz="2800" b="1" dirty="0">
              <a:solidFill>
                <a:schemeClr val="accent5">
                  <a:lumMod val="50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391920" y="2531745"/>
            <a:ext cx="6416675" cy="27070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、期末考试成绩占</a:t>
            </a: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50%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，平时成绩</a:t>
            </a: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50%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  <a:endParaRPr lang="zh-CN" altLang="en-US" sz="2000" b="1" dirty="0">
              <a:solidFill>
                <a:srgbClr val="00206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、平时成绩 </a:t>
            </a:r>
            <a:endParaRPr lang="zh-CN" altLang="en-US" sz="2000" b="1" dirty="0">
              <a:solidFill>
                <a:srgbClr val="00206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 </a:t>
            </a: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--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课程实验</a:t>
            </a:r>
            <a:r>
              <a:rPr lang="zh-CN" altLang="en-US" sz="2000" b="1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成绩（</a:t>
            </a:r>
            <a:r>
              <a:rPr lang="en-US" altLang="zh-CN" sz="2000" b="1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30</a:t>
            </a: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%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</a:t>
            </a:r>
            <a:endParaRPr lang="zh-CN" altLang="en-US" sz="2000" b="1" dirty="0">
              <a:solidFill>
                <a:srgbClr val="00206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 </a:t>
            </a: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--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作业及</a:t>
            </a:r>
            <a:r>
              <a:rPr lang="zh-CN" altLang="en-US" sz="2000" b="1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考勤（</a:t>
            </a:r>
            <a:r>
              <a:rPr lang="en-US" altLang="zh-CN" sz="2000" b="1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20</a:t>
            </a: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%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</a:t>
            </a:r>
            <a:endParaRPr lang="zh-CN" altLang="en-US" sz="2000" b="1" dirty="0">
              <a:solidFill>
                <a:srgbClr val="00206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、不定期抽查考勤，事假、病假请先交假条，事后</a:t>
            </a:r>
            <a:endParaRPr lang="zh-CN" altLang="en-US" sz="2000" b="1" dirty="0">
              <a:solidFill>
                <a:srgbClr val="00206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 补交无效。 </a:t>
            </a:r>
            <a:endParaRPr lang="zh-CN" altLang="en-US" sz="2000" b="1" dirty="0">
              <a:solidFill>
                <a:srgbClr val="00206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0990" y="1416685"/>
            <a:ext cx="631253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2800" b="1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学习群</a:t>
            </a:r>
            <a:r>
              <a:rPr lang="en-US" altLang="zh-CN" sz="2800" b="1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b="1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800" b="1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1121939063</a:t>
            </a:r>
            <a:endParaRPr lang="en-US" altLang="zh-CN" sz="2800" b="1">
              <a:solidFill>
                <a:srgbClr val="6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 b="1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助教：杨晓瑞、曾小东</a:t>
            </a:r>
            <a:endParaRPr lang="zh-CN" altLang="en-US" sz="2800" b="1">
              <a:solidFill>
                <a:srgbClr val="66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Picture 3" descr="PE01561_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346950" y="4362450"/>
            <a:ext cx="2665730" cy="1770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120" y="466090"/>
            <a:ext cx="2325370" cy="41357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/>
          <p:nvPr/>
        </p:nvSpPr>
        <p:spPr bwMode="auto">
          <a:xfrm>
            <a:off x="1077975" y="532398"/>
            <a:ext cx="3024334" cy="3808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68580" tIns="34290" rIns="68580" bIns="34290" numCol="1" anchor="t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b="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特别申明</a:t>
            </a:r>
            <a:endParaRPr lang="zh-CN" altLang="en-US" sz="2800" b="1" dirty="0">
              <a:solidFill>
                <a:schemeClr val="accent5">
                  <a:lumMod val="50000"/>
                </a:schemeClr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78230" y="1211898"/>
            <a:ext cx="9910445" cy="457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66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学生有下列情形，可以申请课程自修：</a:t>
            </a:r>
            <a:endParaRPr lang="zh-CN" altLang="zh-CN" sz="2400" b="1" dirty="0">
              <a:solidFill>
                <a:srgbClr val="66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  </a:t>
            </a:r>
            <a:r>
              <a:rPr lang="zh-CN" altLang="zh-CN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因上课时间冲突，任课教师同意免予部分或者全部课堂学习的。学生申请课程自修应当经任课教师和学院同意，并按任课教师的要求完成作业，参加课程考核，任课教师据此记载成绩。学生的自修申请由任课教师放于试卷袋中统一归档。学生应当在课程开出</a:t>
            </a:r>
            <a:r>
              <a:rPr lang="en-US" altLang="zh-CN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周内提出自修申请。</a:t>
            </a:r>
            <a:endParaRPr lang="zh-CN" altLang="en-US" sz="20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 自修主要免学生考勤，考试、实验等不免。 </a:t>
            </a:r>
            <a:endParaRPr lang="zh-CN" altLang="en-US" sz="20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 最近会有一些辅修、重修的同学，因课程冲突向任课老师提出自修申请，请任课老师审核。</a:t>
            </a:r>
            <a:endParaRPr lang="zh-CN" altLang="en-US" sz="20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 办理流程：学生填写自修申请</a:t>
            </a:r>
            <a:r>
              <a:rPr lang="en-US" altLang="zh-CN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----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任课老师审核</a:t>
            </a:r>
            <a:r>
              <a:rPr lang="en-US" altLang="zh-CN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----</a:t>
            </a:r>
            <a:r>
              <a:rPr lang="zh-CN" altLang="en-US" sz="20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学院审核。自修申请最后由任课老师保存，作为评分依据，存入试卷档案袋。</a:t>
            </a:r>
            <a:endParaRPr lang="zh-CN" altLang="en-US" sz="20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81280" y="-22860"/>
            <a:ext cx="12192000" cy="6858000"/>
            <a:chOff x="0" y="0"/>
            <a:chExt cx="12192000" cy="6858000"/>
          </a:xfrm>
        </p:grpSpPr>
        <p:sp>
          <p:nvSpPr>
            <p:cNvPr id="5" name="直角三角形 4"/>
            <p:cNvSpPr/>
            <p:nvPr userDrawn="1"/>
          </p:nvSpPr>
          <p:spPr>
            <a:xfrm>
              <a:off x="0" y="3165895"/>
              <a:ext cx="3692105" cy="3692105"/>
            </a:xfrm>
            <a:prstGeom prst="rt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4B9D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 rot="10800000">
              <a:off x="8499895" y="0"/>
              <a:ext cx="3692105" cy="3692105"/>
            </a:xfrm>
            <a:prstGeom prst="rtTriangle">
              <a:avLst/>
            </a:prstGeom>
            <a:solidFill>
              <a:srgbClr val="004B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 userDrawn="1"/>
          </p:nvGrpSpPr>
          <p:grpSpPr>
            <a:xfrm>
              <a:off x="490484" y="441960"/>
              <a:ext cx="11211033" cy="6019801"/>
              <a:chOff x="490484" y="441960"/>
              <a:chExt cx="11211033" cy="6019801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15" t="4277" r="530" b="14319"/>
              <a:stretch>
                <a:fillRect/>
              </a:stretch>
            </p:blipFill>
            <p:spPr>
              <a:xfrm>
                <a:off x="490484" y="441960"/>
                <a:ext cx="11211033" cy="6019801"/>
              </a:xfrm>
              <a:prstGeom prst="rect">
                <a:avLst/>
              </a:prstGeom>
              <a:effectLst>
                <a:outerShdw blurRad="355600" dist="139700" dir="2700000" algn="tl" rotWithShape="0">
                  <a:prstClr val="black">
                    <a:alpha val="61000"/>
                  </a:prstClr>
                </a:outerShdw>
              </a:effectLst>
            </p:spPr>
          </p:pic>
          <p:sp>
            <p:nvSpPr>
              <p:cNvPr id="9" name="矩形 8"/>
              <p:cNvSpPr/>
              <p:nvPr userDrawn="1"/>
            </p:nvSpPr>
            <p:spPr>
              <a:xfrm>
                <a:off x="490484" y="441960"/>
                <a:ext cx="11211032" cy="6019801"/>
              </a:xfrm>
              <a:prstGeom prst="rect">
                <a:avLst/>
              </a:prstGeom>
              <a:solidFill>
                <a:srgbClr val="FFFEF7">
                  <a:alpha val="8274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90" y="1252062"/>
            <a:ext cx="2917715" cy="920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86000" y="2788222"/>
            <a:ext cx="7620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 smtClean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本章结束</a:t>
            </a:r>
            <a:endParaRPr lang="zh-CN" altLang="en-US" sz="4400" b="1" dirty="0">
              <a:solidFill>
                <a:srgbClr val="004C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形"/>
          <p:cNvSpPr txBox="1"/>
          <p:nvPr>
            <p:custDataLst>
              <p:tags r:id="rId3"/>
            </p:custDataLst>
          </p:nvPr>
        </p:nvSpPr>
        <p:spPr>
          <a:xfrm>
            <a:off x="4754245" y="4409440"/>
            <a:ext cx="30365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人民邮电出版社</a:t>
            </a:r>
            <a:r>
              <a:rPr lang="en-US" altLang="zh-C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 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第一版</a:t>
            </a:r>
            <a:endParaRPr lang="zh-CN" alt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16" name="图形"/>
          <p:cNvSpPr/>
          <p:nvPr>
            <p:custDataLst>
              <p:tags r:id="rId4"/>
            </p:custDataLst>
          </p:nvPr>
        </p:nvSpPr>
        <p:spPr>
          <a:xfrm>
            <a:off x="4008561" y="4330755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087254" y="4457312"/>
            <a:ext cx="351985" cy="257452"/>
            <a:chOff x="2751138" y="4071938"/>
            <a:chExt cx="1558925" cy="1158875"/>
          </a:xfrm>
          <a:solidFill>
            <a:srgbClr val="0A0301"/>
          </a:solidFill>
        </p:grpSpPr>
        <p:sp>
          <p:nvSpPr>
            <p:cNvPr id="18" name="图形"/>
            <p:cNvSpPr/>
            <p:nvPr>
              <p:custDataLst>
                <p:tags r:id="rId5"/>
              </p:custDataLst>
            </p:nvPr>
          </p:nvSpPr>
          <p:spPr bwMode="auto">
            <a:xfrm>
              <a:off x="3770313" y="4562475"/>
              <a:ext cx="539750" cy="477838"/>
            </a:xfrm>
            <a:custGeom>
              <a:avLst/>
              <a:gdLst>
                <a:gd name="T0" fmla="*/ 255 w 340"/>
                <a:gd name="T1" fmla="*/ 0 h 301"/>
                <a:gd name="T2" fmla="*/ 136 w 340"/>
                <a:gd name="T3" fmla="*/ 99 h 301"/>
                <a:gd name="T4" fmla="*/ 28 w 340"/>
                <a:gd name="T5" fmla="*/ 8 h 301"/>
                <a:gd name="T6" fmla="*/ 28 w 340"/>
                <a:gd name="T7" fmla="*/ 8 h 301"/>
                <a:gd name="T8" fmla="*/ 14 w 340"/>
                <a:gd name="T9" fmla="*/ 31 h 301"/>
                <a:gd name="T10" fmla="*/ 0 w 340"/>
                <a:gd name="T11" fmla="*/ 50 h 301"/>
                <a:gd name="T12" fmla="*/ 0 w 340"/>
                <a:gd name="T13" fmla="*/ 50 h 301"/>
                <a:gd name="T14" fmla="*/ 24 w 340"/>
                <a:gd name="T15" fmla="*/ 70 h 301"/>
                <a:gd name="T16" fmla="*/ 47 w 340"/>
                <a:gd name="T17" fmla="*/ 95 h 301"/>
                <a:gd name="T18" fmla="*/ 68 w 340"/>
                <a:gd name="T19" fmla="*/ 122 h 301"/>
                <a:gd name="T20" fmla="*/ 84 w 340"/>
                <a:gd name="T21" fmla="*/ 149 h 301"/>
                <a:gd name="T22" fmla="*/ 99 w 340"/>
                <a:gd name="T23" fmla="*/ 180 h 301"/>
                <a:gd name="T24" fmla="*/ 109 w 340"/>
                <a:gd name="T25" fmla="*/ 213 h 301"/>
                <a:gd name="T26" fmla="*/ 115 w 340"/>
                <a:gd name="T27" fmla="*/ 248 h 301"/>
                <a:gd name="T28" fmla="*/ 117 w 340"/>
                <a:gd name="T29" fmla="*/ 283 h 301"/>
                <a:gd name="T30" fmla="*/ 117 w 340"/>
                <a:gd name="T31" fmla="*/ 283 h 301"/>
                <a:gd name="T32" fmla="*/ 115 w 340"/>
                <a:gd name="T33" fmla="*/ 301 h 301"/>
                <a:gd name="T34" fmla="*/ 115 w 340"/>
                <a:gd name="T35" fmla="*/ 301 h 301"/>
                <a:gd name="T36" fmla="*/ 136 w 340"/>
                <a:gd name="T37" fmla="*/ 301 h 301"/>
                <a:gd name="T38" fmla="*/ 136 w 340"/>
                <a:gd name="T39" fmla="*/ 301 h 301"/>
                <a:gd name="T40" fmla="*/ 167 w 340"/>
                <a:gd name="T41" fmla="*/ 299 h 301"/>
                <a:gd name="T42" fmla="*/ 200 w 340"/>
                <a:gd name="T43" fmla="*/ 293 h 301"/>
                <a:gd name="T44" fmla="*/ 233 w 340"/>
                <a:gd name="T45" fmla="*/ 285 h 301"/>
                <a:gd name="T46" fmla="*/ 266 w 340"/>
                <a:gd name="T47" fmla="*/ 270 h 301"/>
                <a:gd name="T48" fmla="*/ 282 w 340"/>
                <a:gd name="T49" fmla="*/ 262 h 301"/>
                <a:gd name="T50" fmla="*/ 295 w 340"/>
                <a:gd name="T51" fmla="*/ 252 h 301"/>
                <a:gd name="T52" fmla="*/ 307 w 340"/>
                <a:gd name="T53" fmla="*/ 242 h 301"/>
                <a:gd name="T54" fmla="*/ 319 w 340"/>
                <a:gd name="T55" fmla="*/ 229 h 301"/>
                <a:gd name="T56" fmla="*/ 328 w 340"/>
                <a:gd name="T57" fmla="*/ 217 h 301"/>
                <a:gd name="T58" fmla="*/ 334 w 340"/>
                <a:gd name="T59" fmla="*/ 204 h 301"/>
                <a:gd name="T60" fmla="*/ 338 w 340"/>
                <a:gd name="T61" fmla="*/ 190 h 301"/>
                <a:gd name="T62" fmla="*/ 340 w 340"/>
                <a:gd name="T63" fmla="*/ 176 h 301"/>
                <a:gd name="T64" fmla="*/ 340 w 340"/>
                <a:gd name="T65" fmla="*/ 176 h 301"/>
                <a:gd name="T66" fmla="*/ 338 w 340"/>
                <a:gd name="T67" fmla="*/ 149 h 301"/>
                <a:gd name="T68" fmla="*/ 334 w 340"/>
                <a:gd name="T69" fmla="*/ 122 h 301"/>
                <a:gd name="T70" fmla="*/ 328 w 340"/>
                <a:gd name="T71" fmla="*/ 97 h 301"/>
                <a:gd name="T72" fmla="*/ 317 w 340"/>
                <a:gd name="T73" fmla="*/ 74 h 301"/>
                <a:gd name="T74" fmla="*/ 305 w 340"/>
                <a:gd name="T75" fmla="*/ 54 h 301"/>
                <a:gd name="T76" fmla="*/ 290 w 340"/>
                <a:gd name="T77" fmla="*/ 33 h 301"/>
                <a:gd name="T78" fmla="*/ 274 w 340"/>
                <a:gd name="T79" fmla="*/ 15 h 301"/>
                <a:gd name="T80" fmla="*/ 255 w 340"/>
                <a:gd name="T81" fmla="*/ 0 h 301"/>
                <a:gd name="T82" fmla="*/ 255 w 340"/>
                <a:gd name="T8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01">
                  <a:moveTo>
                    <a:pt x="255" y="0"/>
                  </a:moveTo>
                  <a:lnTo>
                    <a:pt x="136" y="99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14" y="31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24" y="70"/>
                  </a:lnTo>
                  <a:lnTo>
                    <a:pt x="47" y="95"/>
                  </a:lnTo>
                  <a:lnTo>
                    <a:pt x="68" y="122"/>
                  </a:lnTo>
                  <a:lnTo>
                    <a:pt x="84" y="149"/>
                  </a:lnTo>
                  <a:lnTo>
                    <a:pt x="99" y="180"/>
                  </a:lnTo>
                  <a:lnTo>
                    <a:pt x="109" y="213"/>
                  </a:lnTo>
                  <a:lnTo>
                    <a:pt x="115" y="248"/>
                  </a:lnTo>
                  <a:lnTo>
                    <a:pt x="117" y="283"/>
                  </a:lnTo>
                  <a:lnTo>
                    <a:pt x="117" y="283"/>
                  </a:lnTo>
                  <a:lnTo>
                    <a:pt x="115" y="301"/>
                  </a:lnTo>
                  <a:lnTo>
                    <a:pt x="115" y="301"/>
                  </a:lnTo>
                  <a:lnTo>
                    <a:pt x="136" y="301"/>
                  </a:lnTo>
                  <a:lnTo>
                    <a:pt x="136" y="301"/>
                  </a:lnTo>
                  <a:lnTo>
                    <a:pt x="167" y="299"/>
                  </a:lnTo>
                  <a:lnTo>
                    <a:pt x="200" y="293"/>
                  </a:lnTo>
                  <a:lnTo>
                    <a:pt x="233" y="285"/>
                  </a:lnTo>
                  <a:lnTo>
                    <a:pt x="266" y="270"/>
                  </a:lnTo>
                  <a:lnTo>
                    <a:pt x="282" y="262"/>
                  </a:lnTo>
                  <a:lnTo>
                    <a:pt x="295" y="252"/>
                  </a:lnTo>
                  <a:lnTo>
                    <a:pt x="307" y="242"/>
                  </a:lnTo>
                  <a:lnTo>
                    <a:pt x="319" y="229"/>
                  </a:lnTo>
                  <a:lnTo>
                    <a:pt x="328" y="217"/>
                  </a:lnTo>
                  <a:lnTo>
                    <a:pt x="334" y="204"/>
                  </a:lnTo>
                  <a:lnTo>
                    <a:pt x="338" y="190"/>
                  </a:lnTo>
                  <a:lnTo>
                    <a:pt x="340" y="176"/>
                  </a:lnTo>
                  <a:lnTo>
                    <a:pt x="340" y="176"/>
                  </a:lnTo>
                  <a:lnTo>
                    <a:pt x="338" y="149"/>
                  </a:lnTo>
                  <a:lnTo>
                    <a:pt x="334" y="122"/>
                  </a:lnTo>
                  <a:lnTo>
                    <a:pt x="328" y="97"/>
                  </a:lnTo>
                  <a:lnTo>
                    <a:pt x="317" y="74"/>
                  </a:lnTo>
                  <a:lnTo>
                    <a:pt x="305" y="54"/>
                  </a:lnTo>
                  <a:lnTo>
                    <a:pt x="290" y="33"/>
                  </a:lnTo>
                  <a:lnTo>
                    <a:pt x="274" y="15"/>
                  </a:lnTo>
                  <a:lnTo>
                    <a:pt x="255" y="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19" name="图形"/>
            <p:cNvSpPr/>
            <p:nvPr>
              <p:custDataLst>
                <p:tags r:id="rId6"/>
              </p:custDataLst>
            </p:nvPr>
          </p:nvSpPr>
          <p:spPr bwMode="auto">
            <a:xfrm>
              <a:off x="3773488" y="4071938"/>
              <a:ext cx="441325" cy="450850"/>
            </a:xfrm>
            <a:custGeom>
              <a:avLst/>
              <a:gdLst>
                <a:gd name="T0" fmla="*/ 49 w 278"/>
                <a:gd name="T1" fmla="*/ 225 h 284"/>
                <a:gd name="T2" fmla="*/ 49 w 278"/>
                <a:gd name="T3" fmla="*/ 225 h 284"/>
                <a:gd name="T4" fmla="*/ 49 w 278"/>
                <a:gd name="T5" fmla="*/ 239 h 284"/>
                <a:gd name="T6" fmla="*/ 47 w 278"/>
                <a:gd name="T7" fmla="*/ 255 h 284"/>
                <a:gd name="T8" fmla="*/ 47 w 278"/>
                <a:gd name="T9" fmla="*/ 255 h 284"/>
                <a:gd name="T10" fmla="*/ 66 w 278"/>
                <a:gd name="T11" fmla="*/ 268 h 284"/>
                <a:gd name="T12" fmla="*/ 88 w 278"/>
                <a:gd name="T13" fmla="*/ 276 h 284"/>
                <a:gd name="T14" fmla="*/ 111 w 278"/>
                <a:gd name="T15" fmla="*/ 282 h 284"/>
                <a:gd name="T16" fmla="*/ 134 w 278"/>
                <a:gd name="T17" fmla="*/ 284 h 284"/>
                <a:gd name="T18" fmla="*/ 134 w 278"/>
                <a:gd name="T19" fmla="*/ 284 h 284"/>
                <a:gd name="T20" fmla="*/ 148 w 278"/>
                <a:gd name="T21" fmla="*/ 284 h 284"/>
                <a:gd name="T22" fmla="*/ 163 w 278"/>
                <a:gd name="T23" fmla="*/ 282 h 284"/>
                <a:gd name="T24" fmla="*/ 177 w 278"/>
                <a:gd name="T25" fmla="*/ 278 h 284"/>
                <a:gd name="T26" fmla="*/ 189 w 278"/>
                <a:gd name="T27" fmla="*/ 274 h 284"/>
                <a:gd name="T28" fmla="*/ 202 w 278"/>
                <a:gd name="T29" fmla="*/ 268 h 284"/>
                <a:gd name="T30" fmla="*/ 214 w 278"/>
                <a:gd name="T31" fmla="*/ 260 h 284"/>
                <a:gd name="T32" fmla="*/ 224 w 278"/>
                <a:gd name="T33" fmla="*/ 251 h 284"/>
                <a:gd name="T34" fmla="*/ 235 w 278"/>
                <a:gd name="T35" fmla="*/ 243 h 284"/>
                <a:gd name="T36" fmla="*/ 245 w 278"/>
                <a:gd name="T37" fmla="*/ 233 h 284"/>
                <a:gd name="T38" fmla="*/ 253 w 278"/>
                <a:gd name="T39" fmla="*/ 222 h 284"/>
                <a:gd name="T40" fmla="*/ 260 w 278"/>
                <a:gd name="T41" fmla="*/ 210 h 284"/>
                <a:gd name="T42" fmla="*/ 266 w 278"/>
                <a:gd name="T43" fmla="*/ 198 h 284"/>
                <a:gd name="T44" fmla="*/ 272 w 278"/>
                <a:gd name="T45" fmla="*/ 185 h 284"/>
                <a:gd name="T46" fmla="*/ 274 w 278"/>
                <a:gd name="T47" fmla="*/ 171 h 284"/>
                <a:gd name="T48" fmla="*/ 276 w 278"/>
                <a:gd name="T49" fmla="*/ 156 h 284"/>
                <a:gd name="T50" fmla="*/ 278 w 278"/>
                <a:gd name="T51" fmla="*/ 142 h 284"/>
                <a:gd name="T52" fmla="*/ 278 w 278"/>
                <a:gd name="T53" fmla="*/ 142 h 284"/>
                <a:gd name="T54" fmla="*/ 276 w 278"/>
                <a:gd name="T55" fmla="*/ 128 h 284"/>
                <a:gd name="T56" fmla="*/ 274 w 278"/>
                <a:gd name="T57" fmla="*/ 113 h 284"/>
                <a:gd name="T58" fmla="*/ 272 w 278"/>
                <a:gd name="T59" fmla="*/ 99 h 284"/>
                <a:gd name="T60" fmla="*/ 266 w 278"/>
                <a:gd name="T61" fmla="*/ 86 h 284"/>
                <a:gd name="T62" fmla="*/ 260 w 278"/>
                <a:gd name="T63" fmla="*/ 74 h 284"/>
                <a:gd name="T64" fmla="*/ 253 w 278"/>
                <a:gd name="T65" fmla="*/ 62 h 284"/>
                <a:gd name="T66" fmla="*/ 245 w 278"/>
                <a:gd name="T67" fmla="*/ 51 h 284"/>
                <a:gd name="T68" fmla="*/ 235 w 278"/>
                <a:gd name="T69" fmla="*/ 41 h 284"/>
                <a:gd name="T70" fmla="*/ 224 w 278"/>
                <a:gd name="T71" fmla="*/ 31 h 284"/>
                <a:gd name="T72" fmla="*/ 214 w 278"/>
                <a:gd name="T73" fmla="*/ 22 h 284"/>
                <a:gd name="T74" fmla="*/ 202 w 278"/>
                <a:gd name="T75" fmla="*/ 16 h 284"/>
                <a:gd name="T76" fmla="*/ 189 w 278"/>
                <a:gd name="T77" fmla="*/ 10 h 284"/>
                <a:gd name="T78" fmla="*/ 177 w 278"/>
                <a:gd name="T79" fmla="*/ 6 h 284"/>
                <a:gd name="T80" fmla="*/ 163 w 278"/>
                <a:gd name="T81" fmla="*/ 2 h 284"/>
                <a:gd name="T82" fmla="*/ 148 w 278"/>
                <a:gd name="T83" fmla="*/ 0 h 284"/>
                <a:gd name="T84" fmla="*/ 134 w 278"/>
                <a:gd name="T85" fmla="*/ 0 h 284"/>
                <a:gd name="T86" fmla="*/ 134 w 278"/>
                <a:gd name="T87" fmla="*/ 0 h 284"/>
                <a:gd name="T88" fmla="*/ 111 w 278"/>
                <a:gd name="T89" fmla="*/ 0 h 284"/>
                <a:gd name="T90" fmla="*/ 90 w 278"/>
                <a:gd name="T91" fmla="*/ 6 h 284"/>
                <a:gd name="T92" fmla="*/ 70 w 278"/>
                <a:gd name="T93" fmla="*/ 14 h 284"/>
                <a:gd name="T94" fmla="*/ 51 w 278"/>
                <a:gd name="T95" fmla="*/ 24 h 284"/>
                <a:gd name="T96" fmla="*/ 35 w 278"/>
                <a:gd name="T97" fmla="*/ 39 h 284"/>
                <a:gd name="T98" fmla="*/ 20 w 278"/>
                <a:gd name="T99" fmla="*/ 55 h 284"/>
                <a:gd name="T100" fmla="*/ 10 w 278"/>
                <a:gd name="T101" fmla="*/ 72 h 284"/>
                <a:gd name="T102" fmla="*/ 0 w 278"/>
                <a:gd name="T103" fmla="*/ 92 h 284"/>
                <a:gd name="T104" fmla="*/ 0 w 278"/>
                <a:gd name="T105" fmla="*/ 92 h 284"/>
                <a:gd name="T106" fmla="*/ 12 w 278"/>
                <a:gd name="T107" fmla="*/ 107 h 284"/>
                <a:gd name="T108" fmla="*/ 20 w 278"/>
                <a:gd name="T109" fmla="*/ 121 h 284"/>
                <a:gd name="T110" fmla="*/ 28 w 278"/>
                <a:gd name="T111" fmla="*/ 136 h 284"/>
                <a:gd name="T112" fmla="*/ 37 w 278"/>
                <a:gd name="T113" fmla="*/ 152 h 284"/>
                <a:gd name="T114" fmla="*/ 43 w 278"/>
                <a:gd name="T115" fmla="*/ 169 h 284"/>
                <a:gd name="T116" fmla="*/ 47 w 278"/>
                <a:gd name="T117" fmla="*/ 187 h 284"/>
                <a:gd name="T118" fmla="*/ 49 w 278"/>
                <a:gd name="T119" fmla="*/ 206 h 284"/>
                <a:gd name="T120" fmla="*/ 49 w 278"/>
                <a:gd name="T121" fmla="*/ 225 h 284"/>
                <a:gd name="T122" fmla="*/ 49 w 278"/>
                <a:gd name="T123" fmla="*/ 22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284">
                  <a:moveTo>
                    <a:pt x="49" y="225"/>
                  </a:moveTo>
                  <a:lnTo>
                    <a:pt x="49" y="225"/>
                  </a:lnTo>
                  <a:lnTo>
                    <a:pt x="49" y="239"/>
                  </a:lnTo>
                  <a:lnTo>
                    <a:pt x="47" y="255"/>
                  </a:lnTo>
                  <a:lnTo>
                    <a:pt x="47" y="255"/>
                  </a:lnTo>
                  <a:lnTo>
                    <a:pt x="66" y="268"/>
                  </a:lnTo>
                  <a:lnTo>
                    <a:pt x="88" y="276"/>
                  </a:lnTo>
                  <a:lnTo>
                    <a:pt x="111" y="282"/>
                  </a:lnTo>
                  <a:lnTo>
                    <a:pt x="134" y="284"/>
                  </a:lnTo>
                  <a:lnTo>
                    <a:pt x="134" y="284"/>
                  </a:lnTo>
                  <a:lnTo>
                    <a:pt x="148" y="284"/>
                  </a:lnTo>
                  <a:lnTo>
                    <a:pt x="163" y="282"/>
                  </a:lnTo>
                  <a:lnTo>
                    <a:pt x="177" y="278"/>
                  </a:lnTo>
                  <a:lnTo>
                    <a:pt x="189" y="274"/>
                  </a:lnTo>
                  <a:lnTo>
                    <a:pt x="202" y="268"/>
                  </a:lnTo>
                  <a:lnTo>
                    <a:pt x="214" y="260"/>
                  </a:lnTo>
                  <a:lnTo>
                    <a:pt x="224" y="251"/>
                  </a:lnTo>
                  <a:lnTo>
                    <a:pt x="235" y="243"/>
                  </a:lnTo>
                  <a:lnTo>
                    <a:pt x="245" y="233"/>
                  </a:lnTo>
                  <a:lnTo>
                    <a:pt x="253" y="222"/>
                  </a:lnTo>
                  <a:lnTo>
                    <a:pt x="260" y="210"/>
                  </a:lnTo>
                  <a:lnTo>
                    <a:pt x="266" y="198"/>
                  </a:lnTo>
                  <a:lnTo>
                    <a:pt x="272" y="185"/>
                  </a:lnTo>
                  <a:lnTo>
                    <a:pt x="274" y="171"/>
                  </a:lnTo>
                  <a:lnTo>
                    <a:pt x="276" y="156"/>
                  </a:lnTo>
                  <a:lnTo>
                    <a:pt x="278" y="142"/>
                  </a:lnTo>
                  <a:lnTo>
                    <a:pt x="278" y="142"/>
                  </a:lnTo>
                  <a:lnTo>
                    <a:pt x="276" y="128"/>
                  </a:lnTo>
                  <a:lnTo>
                    <a:pt x="274" y="113"/>
                  </a:lnTo>
                  <a:lnTo>
                    <a:pt x="272" y="99"/>
                  </a:lnTo>
                  <a:lnTo>
                    <a:pt x="266" y="86"/>
                  </a:lnTo>
                  <a:lnTo>
                    <a:pt x="260" y="74"/>
                  </a:lnTo>
                  <a:lnTo>
                    <a:pt x="253" y="62"/>
                  </a:lnTo>
                  <a:lnTo>
                    <a:pt x="245" y="51"/>
                  </a:lnTo>
                  <a:lnTo>
                    <a:pt x="235" y="41"/>
                  </a:lnTo>
                  <a:lnTo>
                    <a:pt x="224" y="31"/>
                  </a:lnTo>
                  <a:lnTo>
                    <a:pt x="214" y="22"/>
                  </a:lnTo>
                  <a:lnTo>
                    <a:pt x="202" y="16"/>
                  </a:lnTo>
                  <a:lnTo>
                    <a:pt x="189" y="10"/>
                  </a:lnTo>
                  <a:lnTo>
                    <a:pt x="177" y="6"/>
                  </a:lnTo>
                  <a:lnTo>
                    <a:pt x="163" y="2"/>
                  </a:lnTo>
                  <a:lnTo>
                    <a:pt x="148" y="0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11" y="0"/>
                  </a:lnTo>
                  <a:lnTo>
                    <a:pt x="90" y="6"/>
                  </a:lnTo>
                  <a:lnTo>
                    <a:pt x="70" y="14"/>
                  </a:lnTo>
                  <a:lnTo>
                    <a:pt x="51" y="24"/>
                  </a:lnTo>
                  <a:lnTo>
                    <a:pt x="35" y="39"/>
                  </a:lnTo>
                  <a:lnTo>
                    <a:pt x="20" y="55"/>
                  </a:lnTo>
                  <a:lnTo>
                    <a:pt x="10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12" y="107"/>
                  </a:lnTo>
                  <a:lnTo>
                    <a:pt x="20" y="121"/>
                  </a:lnTo>
                  <a:lnTo>
                    <a:pt x="28" y="136"/>
                  </a:lnTo>
                  <a:lnTo>
                    <a:pt x="37" y="152"/>
                  </a:lnTo>
                  <a:lnTo>
                    <a:pt x="43" y="169"/>
                  </a:lnTo>
                  <a:lnTo>
                    <a:pt x="47" y="187"/>
                  </a:lnTo>
                  <a:lnTo>
                    <a:pt x="49" y="206"/>
                  </a:lnTo>
                  <a:lnTo>
                    <a:pt x="49" y="225"/>
                  </a:lnTo>
                  <a:lnTo>
                    <a:pt x="49" y="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0" name="图形"/>
            <p:cNvSpPr/>
            <p:nvPr>
              <p:custDataLst>
                <p:tags r:id="rId7"/>
              </p:custDataLst>
            </p:nvPr>
          </p:nvSpPr>
          <p:spPr bwMode="auto">
            <a:xfrm>
              <a:off x="2751138" y="4562475"/>
              <a:ext cx="542925" cy="477838"/>
            </a:xfrm>
            <a:custGeom>
              <a:avLst/>
              <a:gdLst>
                <a:gd name="T0" fmla="*/ 204 w 342"/>
                <a:gd name="T1" fmla="*/ 301 h 301"/>
                <a:gd name="T2" fmla="*/ 204 w 342"/>
                <a:gd name="T3" fmla="*/ 301 h 301"/>
                <a:gd name="T4" fmla="*/ 225 w 342"/>
                <a:gd name="T5" fmla="*/ 301 h 301"/>
                <a:gd name="T6" fmla="*/ 225 w 342"/>
                <a:gd name="T7" fmla="*/ 301 h 301"/>
                <a:gd name="T8" fmla="*/ 225 w 342"/>
                <a:gd name="T9" fmla="*/ 283 h 301"/>
                <a:gd name="T10" fmla="*/ 225 w 342"/>
                <a:gd name="T11" fmla="*/ 283 h 301"/>
                <a:gd name="T12" fmla="*/ 227 w 342"/>
                <a:gd name="T13" fmla="*/ 248 h 301"/>
                <a:gd name="T14" fmla="*/ 233 w 342"/>
                <a:gd name="T15" fmla="*/ 213 h 301"/>
                <a:gd name="T16" fmla="*/ 243 w 342"/>
                <a:gd name="T17" fmla="*/ 180 h 301"/>
                <a:gd name="T18" fmla="*/ 256 w 342"/>
                <a:gd name="T19" fmla="*/ 149 h 301"/>
                <a:gd name="T20" fmla="*/ 272 w 342"/>
                <a:gd name="T21" fmla="*/ 122 h 301"/>
                <a:gd name="T22" fmla="*/ 293 w 342"/>
                <a:gd name="T23" fmla="*/ 95 h 301"/>
                <a:gd name="T24" fmla="*/ 316 w 342"/>
                <a:gd name="T25" fmla="*/ 70 h 301"/>
                <a:gd name="T26" fmla="*/ 342 w 342"/>
                <a:gd name="T27" fmla="*/ 50 h 301"/>
                <a:gd name="T28" fmla="*/ 342 w 342"/>
                <a:gd name="T29" fmla="*/ 50 h 301"/>
                <a:gd name="T30" fmla="*/ 326 w 342"/>
                <a:gd name="T31" fmla="*/ 31 h 301"/>
                <a:gd name="T32" fmla="*/ 313 w 342"/>
                <a:gd name="T33" fmla="*/ 8 h 301"/>
                <a:gd name="T34" fmla="*/ 204 w 342"/>
                <a:gd name="T35" fmla="*/ 99 h 301"/>
                <a:gd name="T36" fmla="*/ 84 w 342"/>
                <a:gd name="T37" fmla="*/ 0 h 301"/>
                <a:gd name="T38" fmla="*/ 84 w 342"/>
                <a:gd name="T39" fmla="*/ 0 h 301"/>
                <a:gd name="T40" fmla="*/ 66 w 342"/>
                <a:gd name="T41" fmla="*/ 15 h 301"/>
                <a:gd name="T42" fmla="*/ 49 w 342"/>
                <a:gd name="T43" fmla="*/ 33 h 301"/>
                <a:gd name="T44" fmla="*/ 35 w 342"/>
                <a:gd name="T45" fmla="*/ 54 h 301"/>
                <a:gd name="T46" fmla="*/ 23 w 342"/>
                <a:gd name="T47" fmla="*/ 74 h 301"/>
                <a:gd name="T48" fmla="*/ 14 w 342"/>
                <a:gd name="T49" fmla="*/ 97 h 301"/>
                <a:gd name="T50" fmla="*/ 6 w 342"/>
                <a:gd name="T51" fmla="*/ 122 h 301"/>
                <a:gd name="T52" fmla="*/ 2 w 342"/>
                <a:gd name="T53" fmla="*/ 149 h 301"/>
                <a:gd name="T54" fmla="*/ 0 w 342"/>
                <a:gd name="T55" fmla="*/ 176 h 301"/>
                <a:gd name="T56" fmla="*/ 0 w 342"/>
                <a:gd name="T57" fmla="*/ 176 h 301"/>
                <a:gd name="T58" fmla="*/ 2 w 342"/>
                <a:gd name="T59" fmla="*/ 190 h 301"/>
                <a:gd name="T60" fmla="*/ 6 w 342"/>
                <a:gd name="T61" fmla="*/ 204 h 301"/>
                <a:gd name="T62" fmla="*/ 12 w 342"/>
                <a:gd name="T63" fmla="*/ 217 h 301"/>
                <a:gd name="T64" fmla="*/ 23 w 342"/>
                <a:gd name="T65" fmla="*/ 229 h 301"/>
                <a:gd name="T66" fmla="*/ 33 w 342"/>
                <a:gd name="T67" fmla="*/ 242 h 301"/>
                <a:gd name="T68" fmla="*/ 45 w 342"/>
                <a:gd name="T69" fmla="*/ 252 h 301"/>
                <a:gd name="T70" fmla="*/ 60 w 342"/>
                <a:gd name="T71" fmla="*/ 262 h 301"/>
                <a:gd name="T72" fmla="*/ 74 w 342"/>
                <a:gd name="T73" fmla="*/ 270 h 301"/>
                <a:gd name="T74" fmla="*/ 107 w 342"/>
                <a:gd name="T75" fmla="*/ 285 h 301"/>
                <a:gd name="T76" fmla="*/ 140 w 342"/>
                <a:gd name="T77" fmla="*/ 293 h 301"/>
                <a:gd name="T78" fmla="*/ 173 w 342"/>
                <a:gd name="T79" fmla="*/ 299 h 301"/>
                <a:gd name="T80" fmla="*/ 204 w 342"/>
                <a:gd name="T81" fmla="*/ 301 h 301"/>
                <a:gd name="T82" fmla="*/ 204 w 342"/>
                <a:gd name="T8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2" h="301">
                  <a:moveTo>
                    <a:pt x="204" y="301"/>
                  </a:moveTo>
                  <a:lnTo>
                    <a:pt x="204" y="301"/>
                  </a:lnTo>
                  <a:lnTo>
                    <a:pt x="225" y="301"/>
                  </a:lnTo>
                  <a:lnTo>
                    <a:pt x="225" y="301"/>
                  </a:lnTo>
                  <a:lnTo>
                    <a:pt x="225" y="283"/>
                  </a:lnTo>
                  <a:lnTo>
                    <a:pt x="225" y="283"/>
                  </a:lnTo>
                  <a:lnTo>
                    <a:pt x="227" y="248"/>
                  </a:lnTo>
                  <a:lnTo>
                    <a:pt x="233" y="213"/>
                  </a:lnTo>
                  <a:lnTo>
                    <a:pt x="243" y="180"/>
                  </a:lnTo>
                  <a:lnTo>
                    <a:pt x="256" y="149"/>
                  </a:lnTo>
                  <a:lnTo>
                    <a:pt x="272" y="122"/>
                  </a:lnTo>
                  <a:lnTo>
                    <a:pt x="293" y="95"/>
                  </a:lnTo>
                  <a:lnTo>
                    <a:pt x="316" y="7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26" y="31"/>
                  </a:lnTo>
                  <a:lnTo>
                    <a:pt x="313" y="8"/>
                  </a:lnTo>
                  <a:lnTo>
                    <a:pt x="204" y="99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6" y="15"/>
                  </a:lnTo>
                  <a:lnTo>
                    <a:pt x="49" y="33"/>
                  </a:lnTo>
                  <a:lnTo>
                    <a:pt x="35" y="54"/>
                  </a:lnTo>
                  <a:lnTo>
                    <a:pt x="23" y="74"/>
                  </a:lnTo>
                  <a:lnTo>
                    <a:pt x="14" y="97"/>
                  </a:lnTo>
                  <a:lnTo>
                    <a:pt x="6" y="122"/>
                  </a:lnTo>
                  <a:lnTo>
                    <a:pt x="2" y="149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0"/>
                  </a:lnTo>
                  <a:lnTo>
                    <a:pt x="6" y="204"/>
                  </a:lnTo>
                  <a:lnTo>
                    <a:pt x="12" y="217"/>
                  </a:lnTo>
                  <a:lnTo>
                    <a:pt x="23" y="229"/>
                  </a:lnTo>
                  <a:lnTo>
                    <a:pt x="33" y="242"/>
                  </a:lnTo>
                  <a:lnTo>
                    <a:pt x="45" y="252"/>
                  </a:lnTo>
                  <a:lnTo>
                    <a:pt x="60" y="262"/>
                  </a:lnTo>
                  <a:lnTo>
                    <a:pt x="74" y="270"/>
                  </a:lnTo>
                  <a:lnTo>
                    <a:pt x="107" y="285"/>
                  </a:lnTo>
                  <a:lnTo>
                    <a:pt x="140" y="293"/>
                  </a:lnTo>
                  <a:lnTo>
                    <a:pt x="173" y="299"/>
                  </a:lnTo>
                  <a:lnTo>
                    <a:pt x="204" y="301"/>
                  </a:lnTo>
                  <a:lnTo>
                    <a:pt x="204" y="3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1" name="图形"/>
            <p:cNvSpPr/>
            <p:nvPr>
              <p:custDataLst>
                <p:tags r:id="rId8"/>
              </p:custDataLst>
            </p:nvPr>
          </p:nvSpPr>
          <p:spPr bwMode="auto">
            <a:xfrm>
              <a:off x="2849563" y="4071938"/>
              <a:ext cx="438150" cy="450850"/>
            </a:xfrm>
            <a:custGeom>
              <a:avLst/>
              <a:gdLst>
                <a:gd name="T0" fmla="*/ 142 w 276"/>
                <a:gd name="T1" fmla="*/ 284 h 284"/>
                <a:gd name="T2" fmla="*/ 142 w 276"/>
                <a:gd name="T3" fmla="*/ 284 h 284"/>
                <a:gd name="T4" fmla="*/ 167 w 276"/>
                <a:gd name="T5" fmla="*/ 282 h 284"/>
                <a:gd name="T6" fmla="*/ 190 w 276"/>
                <a:gd name="T7" fmla="*/ 276 h 284"/>
                <a:gd name="T8" fmla="*/ 210 w 276"/>
                <a:gd name="T9" fmla="*/ 268 h 284"/>
                <a:gd name="T10" fmla="*/ 229 w 276"/>
                <a:gd name="T11" fmla="*/ 255 h 284"/>
                <a:gd name="T12" fmla="*/ 229 w 276"/>
                <a:gd name="T13" fmla="*/ 255 h 284"/>
                <a:gd name="T14" fmla="*/ 229 w 276"/>
                <a:gd name="T15" fmla="*/ 239 h 284"/>
                <a:gd name="T16" fmla="*/ 227 w 276"/>
                <a:gd name="T17" fmla="*/ 225 h 284"/>
                <a:gd name="T18" fmla="*/ 227 w 276"/>
                <a:gd name="T19" fmla="*/ 225 h 284"/>
                <a:gd name="T20" fmla="*/ 229 w 276"/>
                <a:gd name="T21" fmla="*/ 206 h 284"/>
                <a:gd name="T22" fmla="*/ 231 w 276"/>
                <a:gd name="T23" fmla="*/ 187 h 284"/>
                <a:gd name="T24" fmla="*/ 235 w 276"/>
                <a:gd name="T25" fmla="*/ 169 h 284"/>
                <a:gd name="T26" fmla="*/ 241 w 276"/>
                <a:gd name="T27" fmla="*/ 152 h 284"/>
                <a:gd name="T28" fmla="*/ 247 w 276"/>
                <a:gd name="T29" fmla="*/ 136 h 284"/>
                <a:gd name="T30" fmla="*/ 256 w 276"/>
                <a:gd name="T31" fmla="*/ 121 h 284"/>
                <a:gd name="T32" fmla="*/ 266 w 276"/>
                <a:gd name="T33" fmla="*/ 107 h 284"/>
                <a:gd name="T34" fmla="*/ 276 w 276"/>
                <a:gd name="T35" fmla="*/ 92 h 284"/>
                <a:gd name="T36" fmla="*/ 276 w 276"/>
                <a:gd name="T37" fmla="*/ 92 h 284"/>
                <a:gd name="T38" fmla="*/ 268 w 276"/>
                <a:gd name="T39" fmla="*/ 72 h 284"/>
                <a:gd name="T40" fmla="*/ 256 w 276"/>
                <a:gd name="T41" fmla="*/ 55 h 284"/>
                <a:gd name="T42" fmla="*/ 241 w 276"/>
                <a:gd name="T43" fmla="*/ 39 h 284"/>
                <a:gd name="T44" fmla="*/ 225 w 276"/>
                <a:gd name="T45" fmla="*/ 24 h 284"/>
                <a:gd name="T46" fmla="*/ 206 w 276"/>
                <a:gd name="T47" fmla="*/ 14 h 284"/>
                <a:gd name="T48" fmla="*/ 185 w 276"/>
                <a:gd name="T49" fmla="*/ 6 h 284"/>
                <a:gd name="T50" fmla="*/ 165 w 276"/>
                <a:gd name="T51" fmla="*/ 0 h 284"/>
                <a:gd name="T52" fmla="*/ 142 w 276"/>
                <a:gd name="T53" fmla="*/ 0 h 284"/>
                <a:gd name="T54" fmla="*/ 142 w 276"/>
                <a:gd name="T55" fmla="*/ 0 h 284"/>
                <a:gd name="T56" fmla="*/ 128 w 276"/>
                <a:gd name="T57" fmla="*/ 0 h 284"/>
                <a:gd name="T58" fmla="*/ 113 w 276"/>
                <a:gd name="T59" fmla="*/ 2 h 284"/>
                <a:gd name="T60" fmla="*/ 99 w 276"/>
                <a:gd name="T61" fmla="*/ 6 h 284"/>
                <a:gd name="T62" fmla="*/ 86 w 276"/>
                <a:gd name="T63" fmla="*/ 10 h 284"/>
                <a:gd name="T64" fmla="*/ 74 w 276"/>
                <a:gd name="T65" fmla="*/ 16 h 284"/>
                <a:gd name="T66" fmla="*/ 62 w 276"/>
                <a:gd name="T67" fmla="*/ 22 h 284"/>
                <a:gd name="T68" fmla="*/ 51 w 276"/>
                <a:gd name="T69" fmla="*/ 31 h 284"/>
                <a:gd name="T70" fmla="*/ 41 w 276"/>
                <a:gd name="T71" fmla="*/ 41 h 284"/>
                <a:gd name="T72" fmla="*/ 31 w 276"/>
                <a:gd name="T73" fmla="*/ 51 h 284"/>
                <a:gd name="T74" fmla="*/ 22 w 276"/>
                <a:gd name="T75" fmla="*/ 62 h 284"/>
                <a:gd name="T76" fmla="*/ 16 w 276"/>
                <a:gd name="T77" fmla="*/ 74 h 284"/>
                <a:gd name="T78" fmla="*/ 10 w 276"/>
                <a:gd name="T79" fmla="*/ 86 h 284"/>
                <a:gd name="T80" fmla="*/ 6 w 276"/>
                <a:gd name="T81" fmla="*/ 99 h 284"/>
                <a:gd name="T82" fmla="*/ 2 w 276"/>
                <a:gd name="T83" fmla="*/ 113 h 284"/>
                <a:gd name="T84" fmla="*/ 0 w 276"/>
                <a:gd name="T85" fmla="*/ 128 h 284"/>
                <a:gd name="T86" fmla="*/ 0 w 276"/>
                <a:gd name="T87" fmla="*/ 142 h 284"/>
                <a:gd name="T88" fmla="*/ 0 w 276"/>
                <a:gd name="T89" fmla="*/ 142 h 284"/>
                <a:gd name="T90" fmla="*/ 0 w 276"/>
                <a:gd name="T91" fmla="*/ 156 h 284"/>
                <a:gd name="T92" fmla="*/ 2 w 276"/>
                <a:gd name="T93" fmla="*/ 171 h 284"/>
                <a:gd name="T94" fmla="*/ 6 w 276"/>
                <a:gd name="T95" fmla="*/ 185 h 284"/>
                <a:gd name="T96" fmla="*/ 10 w 276"/>
                <a:gd name="T97" fmla="*/ 198 h 284"/>
                <a:gd name="T98" fmla="*/ 16 w 276"/>
                <a:gd name="T99" fmla="*/ 210 h 284"/>
                <a:gd name="T100" fmla="*/ 22 w 276"/>
                <a:gd name="T101" fmla="*/ 222 h 284"/>
                <a:gd name="T102" fmla="*/ 31 w 276"/>
                <a:gd name="T103" fmla="*/ 233 h 284"/>
                <a:gd name="T104" fmla="*/ 41 w 276"/>
                <a:gd name="T105" fmla="*/ 243 h 284"/>
                <a:gd name="T106" fmla="*/ 51 w 276"/>
                <a:gd name="T107" fmla="*/ 251 h 284"/>
                <a:gd name="T108" fmla="*/ 62 w 276"/>
                <a:gd name="T109" fmla="*/ 260 h 284"/>
                <a:gd name="T110" fmla="*/ 74 w 276"/>
                <a:gd name="T111" fmla="*/ 268 h 284"/>
                <a:gd name="T112" fmla="*/ 86 w 276"/>
                <a:gd name="T113" fmla="*/ 274 h 284"/>
                <a:gd name="T114" fmla="*/ 99 w 276"/>
                <a:gd name="T115" fmla="*/ 278 h 284"/>
                <a:gd name="T116" fmla="*/ 113 w 276"/>
                <a:gd name="T117" fmla="*/ 282 h 284"/>
                <a:gd name="T118" fmla="*/ 128 w 276"/>
                <a:gd name="T119" fmla="*/ 284 h 284"/>
                <a:gd name="T120" fmla="*/ 142 w 276"/>
                <a:gd name="T121" fmla="*/ 284 h 284"/>
                <a:gd name="T122" fmla="*/ 142 w 276"/>
                <a:gd name="T1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" h="284">
                  <a:moveTo>
                    <a:pt x="142" y="284"/>
                  </a:moveTo>
                  <a:lnTo>
                    <a:pt x="142" y="284"/>
                  </a:lnTo>
                  <a:lnTo>
                    <a:pt x="167" y="282"/>
                  </a:lnTo>
                  <a:lnTo>
                    <a:pt x="190" y="276"/>
                  </a:lnTo>
                  <a:lnTo>
                    <a:pt x="210" y="268"/>
                  </a:lnTo>
                  <a:lnTo>
                    <a:pt x="229" y="255"/>
                  </a:lnTo>
                  <a:lnTo>
                    <a:pt x="229" y="255"/>
                  </a:lnTo>
                  <a:lnTo>
                    <a:pt x="229" y="239"/>
                  </a:lnTo>
                  <a:lnTo>
                    <a:pt x="227" y="225"/>
                  </a:lnTo>
                  <a:lnTo>
                    <a:pt x="227" y="225"/>
                  </a:lnTo>
                  <a:lnTo>
                    <a:pt x="229" y="206"/>
                  </a:lnTo>
                  <a:lnTo>
                    <a:pt x="231" y="187"/>
                  </a:lnTo>
                  <a:lnTo>
                    <a:pt x="235" y="169"/>
                  </a:lnTo>
                  <a:lnTo>
                    <a:pt x="241" y="152"/>
                  </a:lnTo>
                  <a:lnTo>
                    <a:pt x="247" y="136"/>
                  </a:lnTo>
                  <a:lnTo>
                    <a:pt x="256" y="121"/>
                  </a:lnTo>
                  <a:lnTo>
                    <a:pt x="266" y="107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68" y="72"/>
                  </a:lnTo>
                  <a:lnTo>
                    <a:pt x="256" y="55"/>
                  </a:lnTo>
                  <a:lnTo>
                    <a:pt x="241" y="39"/>
                  </a:lnTo>
                  <a:lnTo>
                    <a:pt x="225" y="24"/>
                  </a:lnTo>
                  <a:lnTo>
                    <a:pt x="206" y="14"/>
                  </a:lnTo>
                  <a:lnTo>
                    <a:pt x="185" y="6"/>
                  </a:lnTo>
                  <a:lnTo>
                    <a:pt x="165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6"/>
                  </a:lnTo>
                  <a:lnTo>
                    <a:pt x="62" y="22"/>
                  </a:lnTo>
                  <a:lnTo>
                    <a:pt x="51" y="31"/>
                  </a:lnTo>
                  <a:lnTo>
                    <a:pt x="41" y="41"/>
                  </a:lnTo>
                  <a:lnTo>
                    <a:pt x="31" y="51"/>
                  </a:lnTo>
                  <a:lnTo>
                    <a:pt x="22" y="62"/>
                  </a:lnTo>
                  <a:lnTo>
                    <a:pt x="16" y="74"/>
                  </a:lnTo>
                  <a:lnTo>
                    <a:pt x="10" y="86"/>
                  </a:lnTo>
                  <a:lnTo>
                    <a:pt x="6" y="99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2" y="171"/>
                  </a:lnTo>
                  <a:lnTo>
                    <a:pt x="6" y="185"/>
                  </a:lnTo>
                  <a:lnTo>
                    <a:pt x="10" y="198"/>
                  </a:lnTo>
                  <a:lnTo>
                    <a:pt x="16" y="210"/>
                  </a:lnTo>
                  <a:lnTo>
                    <a:pt x="22" y="222"/>
                  </a:lnTo>
                  <a:lnTo>
                    <a:pt x="31" y="233"/>
                  </a:lnTo>
                  <a:lnTo>
                    <a:pt x="41" y="243"/>
                  </a:lnTo>
                  <a:lnTo>
                    <a:pt x="51" y="251"/>
                  </a:lnTo>
                  <a:lnTo>
                    <a:pt x="62" y="260"/>
                  </a:lnTo>
                  <a:lnTo>
                    <a:pt x="74" y="268"/>
                  </a:lnTo>
                  <a:lnTo>
                    <a:pt x="86" y="274"/>
                  </a:lnTo>
                  <a:lnTo>
                    <a:pt x="99" y="278"/>
                  </a:lnTo>
                  <a:lnTo>
                    <a:pt x="113" y="282"/>
                  </a:lnTo>
                  <a:lnTo>
                    <a:pt x="128" y="284"/>
                  </a:lnTo>
                  <a:lnTo>
                    <a:pt x="142" y="284"/>
                  </a:lnTo>
                  <a:lnTo>
                    <a:pt x="142" y="2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2" name="图形"/>
            <p:cNvSpPr/>
            <p:nvPr>
              <p:custDataLst>
                <p:tags r:id="rId9"/>
              </p:custDataLst>
            </p:nvPr>
          </p:nvSpPr>
          <p:spPr bwMode="auto">
            <a:xfrm>
              <a:off x="3182938" y="4710113"/>
              <a:ext cx="698500" cy="520700"/>
            </a:xfrm>
            <a:custGeom>
              <a:avLst/>
              <a:gdLst>
                <a:gd name="T0" fmla="*/ 440 w 440"/>
                <a:gd name="T1" fmla="*/ 190 h 328"/>
                <a:gd name="T2" fmla="*/ 440 w 440"/>
                <a:gd name="T3" fmla="*/ 190 h 328"/>
                <a:gd name="T4" fmla="*/ 438 w 440"/>
                <a:gd name="T5" fmla="*/ 161 h 328"/>
                <a:gd name="T6" fmla="*/ 431 w 440"/>
                <a:gd name="T7" fmla="*/ 134 h 328"/>
                <a:gd name="T8" fmla="*/ 425 w 440"/>
                <a:gd name="T9" fmla="*/ 107 h 328"/>
                <a:gd name="T10" fmla="*/ 413 w 440"/>
                <a:gd name="T11" fmla="*/ 83 h 328"/>
                <a:gd name="T12" fmla="*/ 400 w 440"/>
                <a:gd name="T13" fmla="*/ 58 h 328"/>
                <a:gd name="T14" fmla="*/ 384 w 440"/>
                <a:gd name="T15" fmla="*/ 37 h 328"/>
                <a:gd name="T16" fmla="*/ 365 w 440"/>
                <a:gd name="T17" fmla="*/ 16 h 328"/>
                <a:gd name="T18" fmla="*/ 347 w 440"/>
                <a:gd name="T19" fmla="*/ 0 h 328"/>
                <a:gd name="T20" fmla="*/ 219 w 440"/>
                <a:gd name="T21" fmla="*/ 105 h 328"/>
                <a:gd name="T22" fmla="*/ 93 w 440"/>
                <a:gd name="T23" fmla="*/ 0 h 328"/>
                <a:gd name="T24" fmla="*/ 93 w 440"/>
                <a:gd name="T25" fmla="*/ 0 h 328"/>
                <a:gd name="T26" fmla="*/ 72 w 440"/>
                <a:gd name="T27" fmla="*/ 16 h 328"/>
                <a:gd name="T28" fmla="*/ 54 w 440"/>
                <a:gd name="T29" fmla="*/ 37 h 328"/>
                <a:gd name="T30" fmla="*/ 39 w 440"/>
                <a:gd name="T31" fmla="*/ 58 h 328"/>
                <a:gd name="T32" fmla="*/ 25 w 440"/>
                <a:gd name="T33" fmla="*/ 83 h 328"/>
                <a:gd name="T34" fmla="*/ 15 w 440"/>
                <a:gd name="T35" fmla="*/ 107 h 328"/>
                <a:gd name="T36" fmla="*/ 6 w 440"/>
                <a:gd name="T37" fmla="*/ 134 h 328"/>
                <a:gd name="T38" fmla="*/ 2 w 440"/>
                <a:gd name="T39" fmla="*/ 161 h 328"/>
                <a:gd name="T40" fmla="*/ 0 w 440"/>
                <a:gd name="T41" fmla="*/ 190 h 328"/>
                <a:gd name="T42" fmla="*/ 0 w 440"/>
                <a:gd name="T43" fmla="*/ 190 h 328"/>
                <a:gd name="T44" fmla="*/ 0 w 440"/>
                <a:gd name="T45" fmla="*/ 206 h 328"/>
                <a:gd name="T46" fmla="*/ 6 w 440"/>
                <a:gd name="T47" fmla="*/ 223 h 328"/>
                <a:gd name="T48" fmla="*/ 13 w 440"/>
                <a:gd name="T49" fmla="*/ 237 h 328"/>
                <a:gd name="T50" fmla="*/ 23 w 440"/>
                <a:gd name="T51" fmla="*/ 250 h 328"/>
                <a:gd name="T52" fmla="*/ 35 w 440"/>
                <a:gd name="T53" fmla="*/ 262 h 328"/>
                <a:gd name="T54" fmla="*/ 48 w 440"/>
                <a:gd name="T55" fmla="*/ 274 h 328"/>
                <a:gd name="T56" fmla="*/ 64 w 440"/>
                <a:gd name="T57" fmla="*/ 285 h 328"/>
                <a:gd name="T58" fmla="*/ 79 w 440"/>
                <a:gd name="T59" fmla="*/ 293 h 328"/>
                <a:gd name="T60" fmla="*/ 97 w 440"/>
                <a:gd name="T61" fmla="*/ 301 h 328"/>
                <a:gd name="T62" fmla="*/ 116 w 440"/>
                <a:gd name="T63" fmla="*/ 309 h 328"/>
                <a:gd name="T64" fmla="*/ 151 w 440"/>
                <a:gd name="T65" fmla="*/ 320 h 328"/>
                <a:gd name="T66" fmla="*/ 188 w 440"/>
                <a:gd name="T67" fmla="*/ 326 h 328"/>
                <a:gd name="T68" fmla="*/ 219 w 440"/>
                <a:gd name="T69" fmla="*/ 328 h 328"/>
                <a:gd name="T70" fmla="*/ 219 w 440"/>
                <a:gd name="T71" fmla="*/ 328 h 328"/>
                <a:gd name="T72" fmla="*/ 252 w 440"/>
                <a:gd name="T73" fmla="*/ 326 h 328"/>
                <a:gd name="T74" fmla="*/ 287 w 440"/>
                <a:gd name="T75" fmla="*/ 320 h 328"/>
                <a:gd name="T76" fmla="*/ 324 w 440"/>
                <a:gd name="T77" fmla="*/ 309 h 328"/>
                <a:gd name="T78" fmla="*/ 343 w 440"/>
                <a:gd name="T79" fmla="*/ 301 h 328"/>
                <a:gd name="T80" fmla="*/ 359 w 440"/>
                <a:gd name="T81" fmla="*/ 293 h 328"/>
                <a:gd name="T82" fmla="*/ 376 w 440"/>
                <a:gd name="T83" fmla="*/ 285 h 328"/>
                <a:gd name="T84" fmla="*/ 390 w 440"/>
                <a:gd name="T85" fmla="*/ 274 h 328"/>
                <a:gd name="T86" fmla="*/ 405 w 440"/>
                <a:gd name="T87" fmla="*/ 262 h 328"/>
                <a:gd name="T88" fmla="*/ 415 w 440"/>
                <a:gd name="T89" fmla="*/ 250 h 328"/>
                <a:gd name="T90" fmla="*/ 425 w 440"/>
                <a:gd name="T91" fmla="*/ 237 h 328"/>
                <a:gd name="T92" fmla="*/ 433 w 440"/>
                <a:gd name="T93" fmla="*/ 223 h 328"/>
                <a:gd name="T94" fmla="*/ 438 w 440"/>
                <a:gd name="T95" fmla="*/ 206 h 328"/>
                <a:gd name="T96" fmla="*/ 440 w 440"/>
                <a:gd name="T97" fmla="*/ 190 h 328"/>
                <a:gd name="T98" fmla="*/ 440 w 440"/>
                <a:gd name="T99" fmla="*/ 19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40" h="328">
                  <a:moveTo>
                    <a:pt x="440" y="190"/>
                  </a:moveTo>
                  <a:lnTo>
                    <a:pt x="440" y="190"/>
                  </a:lnTo>
                  <a:lnTo>
                    <a:pt x="438" y="161"/>
                  </a:lnTo>
                  <a:lnTo>
                    <a:pt x="431" y="134"/>
                  </a:lnTo>
                  <a:lnTo>
                    <a:pt x="425" y="107"/>
                  </a:lnTo>
                  <a:lnTo>
                    <a:pt x="413" y="83"/>
                  </a:lnTo>
                  <a:lnTo>
                    <a:pt x="400" y="58"/>
                  </a:lnTo>
                  <a:lnTo>
                    <a:pt x="384" y="37"/>
                  </a:lnTo>
                  <a:lnTo>
                    <a:pt x="365" y="16"/>
                  </a:lnTo>
                  <a:lnTo>
                    <a:pt x="347" y="0"/>
                  </a:lnTo>
                  <a:lnTo>
                    <a:pt x="219" y="105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72" y="16"/>
                  </a:lnTo>
                  <a:lnTo>
                    <a:pt x="54" y="37"/>
                  </a:lnTo>
                  <a:lnTo>
                    <a:pt x="39" y="58"/>
                  </a:lnTo>
                  <a:lnTo>
                    <a:pt x="25" y="83"/>
                  </a:lnTo>
                  <a:lnTo>
                    <a:pt x="15" y="107"/>
                  </a:lnTo>
                  <a:lnTo>
                    <a:pt x="6" y="134"/>
                  </a:lnTo>
                  <a:lnTo>
                    <a:pt x="2" y="161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206"/>
                  </a:lnTo>
                  <a:lnTo>
                    <a:pt x="6" y="223"/>
                  </a:lnTo>
                  <a:lnTo>
                    <a:pt x="13" y="237"/>
                  </a:lnTo>
                  <a:lnTo>
                    <a:pt x="23" y="250"/>
                  </a:lnTo>
                  <a:lnTo>
                    <a:pt x="35" y="262"/>
                  </a:lnTo>
                  <a:lnTo>
                    <a:pt x="48" y="274"/>
                  </a:lnTo>
                  <a:lnTo>
                    <a:pt x="64" y="285"/>
                  </a:lnTo>
                  <a:lnTo>
                    <a:pt x="79" y="293"/>
                  </a:lnTo>
                  <a:lnTo>
                    <a:pt x="97" y="301"/>
                  </a:lnTo>
                  <a:lnTo>
                    <a:pt x="116" y="309"/>
                  </a:lnTo>
                  <a:lnTo>
                    <a:pt x="151" y="320"/>
                  </a:lnTo>
                  <a:lnTo>
                    <a:pt x="188" y="326"/>
                  </a:lnTo>
                  <a:lnTo>
                    <a:pt x="219" y="328"/>
                  </a:lnTo>
                  <a:lnTo>
                    <a:pt x="219" y="328"/>
                  </a:lnTo>
                  <a:lnTo>
                    <a:pt x="252" y="326"/>
                  </a:lnTo>
                  <a:lnTo>
                    <a:pt x="287" y="320"/>
                  </a:lnTo>
                  <a:lnTo>
                    <a:pt x="324" y="309"/>
                  </a:lnTo>
                  <a:lnTo>
                    <a:pt x="343" y="301"/>
                  </a:lnTo>
                  <a:lnTo>
                    <a:pt x="359" y="293"/>
                  </a:lnTo>
                  <a:lnTo>
                    <a:pt x="376" y="285"/>
                  </a:lnTo>
                  <a:lnTo>
                    <a:pt x="390" y="274"/>
                  </a:lnTo>
                  <a:lnTo>
                    <a:pt x="405" y="262"/>
                  </a:lnTo>
                  <a:lnTo>
                    <a:pt x="415" y="250"/>
                  </a:lnTo>
                  <a:lnTo>
                    <a:pt x="425" y="237"/>
                  </a:lnTo>
                  <a:lnTo>
                    <a:pt x="433" y="223"/>
                  </a:lnTo>
                  <a:lnTo>
                    <a:pt x="438" y="206"/>
                  </a:lnTo>
                  <a:lnTo>
                    <a:pt x="440" y="190"/>
                  </a:lnTo>
                  <a:lnTo>
                    <a:pt x="440" y="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3" name="图形"/>
            <p:cNvSpPr/>
            <p:nvPr>
              <p:custDataLst>
                <p:tags r:id="rId10"/>
              </p:custDataLst>
            </p:nvPr>
          </p:nvSpPr>
          <p:spPr bwMode="auto">
            <a:xfrm>
              <a:off x="3284538" y="4183063"/>
              <a:ext cx="492125" cy="487363"/>
            </a:xfrm>
            <a:custGeom>
              <a:avLst/>
              <a:gdLst>
                <a:gd name="T0" fmla="*/ 155 w 310"/>
                <a:gd name="T1" fmla="*/ 0 h 307"/>
                <a:gd name="T2" fmla="*/ 124 w 310"/>
                <a:gd name="T3" fmla="*/ 2 h 307"/>
                <a:gd name="T4" fmla="*/ 95 w 310"/>
                <a:gd name="T5" fmla="*/ 12 h 307"/>
                <a:gd name="T6" fmla="*/ 68 w 310"/>
                <a:gd name="T7" fmla="*/ 27 h 307"/>
                <a:gd name="T8" fmla="*/ 46 w 310"/>
                <a:gd name="T9" fmla="*/ 45 h 307"/>
                <a:gd name="T10" fmla="*/ 27 w 310"/>
                <a:gd name="T11" fmla="*/ 68 h 307"/>
                <a:gd name="T12" fmla="*/ 13 w 310"/>
                <a:gd name="T13" fmla="*/ 95 h 307"/>
                <a:gd name="T14" fmla="*/ 4 w 310"/>
                <a:gd name="T15" fmla="*/ 124 h 307"/>
                <a:gd name="T16" fmla="*/ 0 w 310"/>
                <a:gd name="T17" fmla="*/ 155 h 307"/>
                <a:gd name="T18" fmla="*/ 2 w 310"/>
                <a:gd name="T19" fmla="*/ 169 h 307"/>
                <a:gd name="T20" fmla="*/ 8 w 310"/>
                <a:gd name="T21" fmla="*/ 200 h 307"/>
                <a:gd name="T22" fmla="*/ 19 w 310"/>
                <a:gd name="T23" fmla="*/ 227 h 307"/>
                <a:gd name="T24" fmla="*/ 35 w 310"/>
                <a:gd name="T25" fmla="*/ 252 h 307"/>
                <a:gd name="T26" fmla="*/ 58 w 310"/>
                <a:gd name="T27" fmla="*/ 272 h 307"/>
                <a:gd name="T28" fmla="*/ 83 w 310"/>
                <a:gd name="T29" fmla="*/ 289 h 307"/>
                <a:gd name="T30" fmla="*/ 109 w 310"/>
                <a:gd name="T31" fmla="*/ 301 h 307"/>
                <a:gd name="T32" fmla="*/ 140 w 310"/>
                <a:gd name="T33" fmla="*/ 307 h 307"/>
                <a:gd name="T34" fmla="*/ 155 w 310"/>
                <a:gd name="T35" fmla="*/ 307 h 307"/>
                <a:gd name="T36" fmla="*/ 186 w 310"/>
                <a:gd name="T37" fmla="*/ 305 h 307"/>
                <a:gd name="T38" fmla="*/ 215 w 310"/>
                <a:gd name="T39" fmla="*/ 297 h 307"/>
                <a:gd name="T40" fmla="*/ 242 w 310"/>
                <a:gd name="T41" fmla="*/ 282 h 307"/>
                <a:gd name="T42" fmla="*/ 264 w 310"/>
                <a:gd name="T43" fmla="*/ 264 h 307"/>
                <a:gd name="T44" fmla="*/ 283 w 310"/>
                <a:gd name="T45" fmla="*/ 241 h 307"/>
                <a:gd name="T46" fmla="*/ 297 w 310"/>
                <a:gd name="T47" fmla="*/ 214 h 307"/>
                <a:gd name="T48" fmla="*/ 306 w 310"/>
                <a:gd name="T49" fmla="*/ 185 h 307"/>
                <a:gd name="T50" fmla="*/ 310 w 310"/>
                <a:gd name="T51" fmla="*/ 155 h 307"/>
                <a:gd name="T52" fmla="*/ 310 w 310"/>
                <a:gd name="T53" fmla="*/ 138 h 307"/>
                <a:gd name="T54" fmla="*/ 303 w 310"/>
                <a:gd name="T55" fmla="*/ 107 h 307"/>
                <a:gd name="T56" fmla="*/ 291 w 310"/>
                <a:gd name="T57" fmla="*/ 80 h 307"/>
                <a:gd name="T58" fmla="*/ 275 w 310"/>
                <a:gd name="T59" fmla="*/ 56 h 307"/>
                <a:gd name="T60" fmla="*/ 254 w 310"/>
                <a:gd name="T61" fmla="*/ 35 h 307"/>
                <a:gd name="T62" fmla="*/ 229 w 310"/>
                <a:gd name="T63" fmla="*/ 18 h 307"/>
                <a:gd name="T64" fmla="*/ 200 w 310"/>
                <a:gd name="T65" fmla="*/ 6 h 307"/>
                <a:gd name="T66" fmla="*/ 171 w 310"/>
                <a:gd name="T67" fmla="*/ 0 h 307"/>
                <a:gd name="T68" fmla="*/ 155 w 310"/>
                <a:gd name="T6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0" h="307">
                  <a:moveTo>
                    <a:pt x="155" y="0"/>
                  </a:moveTo>
                  <a:lnTo>
                    <a:pt x="155" y="0"/>
                  </a:lnTo>
                  <a:lnTo>
                    <a:pt x="140" y="0"/>
                  </a:lnTo>
                  <a:lnTo>
                    <a:pt x="124" y="2"/>
                  </a:lnTo>
                  <a:lnTo>
                    <a:pt x="109" y="6"/>
                  </a:lnTo>
                  <a:lnTo>
                    <a:pt x="95" y="12"/>
                  </a:lnTo>
                  <a:lnTo>
                    <a:pt x="83" y="18"/>
                  </a:lnTo>
                  <a:lnTo>
                    <a:pt x="68" y="27"/>
                  </a:lnTo>
                  <a:lnTo>
                    <a:pt x="58" y="35"/>
                  </a:lnTo>
                  <a:lnTo>
                    <a:pt x="46" y="45"/>
                  </a:lnTo>
                  <a:lnTo>
                    <a:pt x="35" y="56"/>
                  </a:lnTo>
                  <a:lnTo>
                    <a:pt x="27" y="68"/>
                  </a:lnTo>
                  <a:lnTo>
                    <a:pt x="19" y="80"/>
                  </a:lnTo>
                  <a:lnTo>
                    <a:pt x="13" y="95"/>
                  </a:lnTo>
                  <a:lnTo>
                    <a:pt x="8" y="107"/>
                  </a:lnTo>
                  <a:lnTo>
                    <a:pt x="4" y="124"/>
                  </a:lnTo>
                  <a:lnTo>
                    <a:pt x="2" y="13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2" y="169"/>
                  </a:lnTo>
                  <a:lnTo>
                    <a:pt x="4" y="185"/>
                  </a:lnTo>
                  <a:lnTo>
                    <a:pt x="8" y="200"/>
                  </a:lnTo>
                  <a:lnTo>
                    <a:pt x="13" y="214"/>
                  </a:lnTo>
                  <a:lnTo>
                    <a:pt x="19" y="227"/>
                  </a:lnTo>
                  <a:lnTo>
                    <a:pt x="27" y="241"/>
                  </a:lnTo>
                  <a:lnTo>
                    <a:pt x="35" y="252"/>
                  </a:lnTo>
                  <a:lnTo>
                    <a:pt x="46" y="264"/>
                  </a:lnTo>
                  <a:lnTo>
                    <a:pt x="58" y="272"/>
                  </a:lnTo>
                  <a:lnTo>
                    <a:pt x="68" y="282"/>
                  </a:lnTo>
                  <a:lnTo>
                    <a:pt x="83" y="289"/>
                  </a:lnTo>
                  <a:lnTo>
                    <a:pt x="95" y="297"/>
                  </a:lnTo>
                  <a:lnTo>
                    <a:pt x="109" y="301"/>
                  </a:lnTo>
                  <a:lnTo>
                    <a:pt x="124" y="305"/>
                  </a:lnTo>
                  <a:lnTo>
                    <a:pt x="140" y="307"/>
                  </a:lnTo>
                  <a:lnTo>
                    <a:pt x="155" y="307"/>
                  </a:lnTo>
                  <a:lnTo>
                    <a:pt x="155" y="307"/>
                  </a:lnTo>
                  <a:lnTo>
                    <a:pt x="171" y="307"/>
                  </a:lnTo>
                  <a:lnTo>
                    <a:pt x="186" y="305"/>
                  </a:lnTo>
                  <a:lnTo>
                    <a:pt x="200" y="301"/>
                  </a:lnTo>
                  <a:lnTo>
                    <a:pt x="215" y="297"/>
                  </a:lnTo>
                  <a:lnTo>
                    <a:pt x="229" y="289"/>
                  </a:lnTo>
                  <a:lnTo>
                    <a:pt x="242" y="282"/>
                  </a:lnTo>
                  <a:lnTo>
                    <a:pt x="254" y="272"/>
                  </a:lnTo>
                  <a:lnTo>
                    <a:pt x="264" y="264"/>
                  </a:lnTo>
                  <a:lnTo>
                    <a:pt x="275" y="252"/>
                  </a:lnTo>
                  <a:lnTo>
                    <a:pt x="283" y="241"/>
                  </a:lnTo>
                  <a:lnTo>
                    <a:pt x="291" y="227"/>
                  </a:lnTo>
                  <a:lnTo>
                    <a:pt x="297" y="214"/>
                  </a:lnTo>
                  <a:lnTo>
                    <a:pt x="303" y="200"/>
                  </a:lnTo>
                  <a:lnTo>
                    <a:pt x="306" y="185"/>
                  </a:lnTo>
                  <a:lnTo>
                    <a:pt x="310" y="169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10" y="138"/>
                  </a:lnTo>
                  <a:lnTo>
                    <a:pt x="306" y="124"/>
                  </a:lnTo>
                  <a:lnTo>
                    <a:pt x="303" y="107"/>
                  </a:lnTo>
                  <a:lnTo>
                    <a:pt x="297" y="95"/>
                  </a:lnTo>
                  <a:lnTo>
                    <a:pt x="291" y="80"/>
                  </a:lnTo>
                  <a:lnTo>
                    <a:pt x="283" y="68"/>
                  </a:lnTo>
                  <a:lnTo>
                    <a:pt x="275" y="56"/>
                  </a:lnTo>
                  <a:lnTo>
                    <a:pt x="264" y="45"/>
                  </a:lnTo>
                  <a:lnTo>
                    <a:pt x="254" y="35"/>
                  </a:lnTo>
                  <a:lnTo>
                    <a:pt x="242" y="27"/>
                  </a:lnTo>
                  <a:lnTo>
                    <a:pt x="229" y="18"/>
                  </a:lnTo>
                  <a:lnTo>
                    <a:pt x="215" y="12"/>
                  </a:lnTo>
                  <a:lnTo>
                    <a:pt x="200" y="6"/>
                  </a:lnTo>
                  <a:lnTo>
                    <a:pt x="186" y="2"/>
                  </a:lnTo>
                  <a:lnTo>
                    <a:pt x="171" y="0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COMMONDATA" val="eyJoZGlkIjoiZjgxYmM2ZDY1MjAwNjU4OWM5MDU0YzMxYTkyZjA5Yzc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txDef>
      <a:spPr>
        <a:ln>
          <a:solidFill>
            <a:schemeClr val="bg1"/>
          </a:solidFill>
        </a:ln>
      </a:spPr>
      <a:bodyPr wrap="square">
        <a:spAutoFit/>
      </a:bodyPr>
      <a:lstStyle>
        <a:defPPr marL="214630" indent="-214630">
          <a:buFont typeface="Wingdings" panose="05000000000000000000" pitchFamily="2" charset="2"/>
          <a:buBlip>
            <a:blip xmlns:r="http://schemas.openxmlformats.org/officeDocument/2006/relationships" r:embed="rId1"/>
          </a:buBlip>
          <a:defRPr lang="zh-CN" altLang="zh-CN" sz="2000" b="1" dirty="0">
            <a:solidFill>
              <a:schemeClr val="tx1"/>
            </a:solidFill>
            <a:latin typeface="黑体" panose="02010609060101010101" charset="-122"/>
            <a:ea typeface="黑体" panose="02010609060101010101" charset="-122"/>
            <a:cs typeface="黑体" panose="02010609060101010101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WPS 演示</Application>
  <PresentationFormat>宽屏</PresentationFormat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黑体</vt:lpstr>
      <vt:lpstr>微软雅黑</vt:lpstr>
      <vt:lpstr>汉仪晓波折纸体简</vt:lpstr>
      <vt:lpstr>汉仪铸字美心体简</vt:lpstr>
      <vt:lpstr>包图粗黑体</vt:lpstr>
      <vt:lpstr>方正大黑简体</vt:lpstr>
      <vt:lpstr>方正粗黑宋简体</vt:lpstr>
      <vt:lpstr>Calibri</vt:lpstr>
      <vt:lpstr>Times New Roman</vt:lpstr>
      <vt:lpstr>楷体_GB2312</vt:lpstr>
      <vt:lpstr>新宋体</vt:lpstr>
      <vt:lpstr>方正姚体</vt:lpstr>
      <vt:lpstr>华文仿宋</vt:lpstr>
      <vt:lpstr>思源黑体旧字形 Light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Ouyang</cp:lastModifiedBy>
  <cp:revision>235</cp:revision>
  <dcterms:created xsi:type="dcterms:W3CDTF">2024-10-27T04:46:00Z</dcterms:created>
  <dcterms:modified xsi:type="dcterms:W3CDTF">2026-09-07T04:29:14Z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DF633721A9DF4479A8347EAB763DE6AF_13</vt:lpwstr>
  </property>
  <property fmtid="{D5CDD505-2E9C-101B-9397-08002B2CF9AE}" pid="3" name="KSOProductBuildVer">
    <vt:lpwstr>2052-12.1.0.28505</vt:lpwstr>
  </property>
</Properties>
</file>